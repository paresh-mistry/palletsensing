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FCF"/>
    <a:srgbClr val="FFFFFF"/>
    <a:srgbClr val="5050E5"/>
    <a:srgbClr val="EBFCFC"/>
    <a:srgbClr val="C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741F0-3F72-7FE0-E5F8-3E12A2281017}" v="428" dt="2025-02-14T22:09:29.413"/>
    <p1510:client id="{8A106F23-420D-3B5A-537D-384F72D7DD9D}" v="1" dt="2025-02-14T22:43:04.115"/>
    <p1510:client id="{C3B6CBD5-5930-66D5-6372-BCA8843187CA}" v="58" dt="2025-02-15T03:21:05.374"/>
    <p1510:client id="{CFA20EC2-B793-6177-D4E4-575A507B68DB}" v="1120" dt="2025-02-14T20:44:12.319"/>
    <p1510:client id="{E56AF42C-E806-79A3-A512-CACC8E01E78F}" v="385" dt="2025-02-15T01:19:21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9D1D01-5DDF-43E5-9414-F670F02FC35B}" type="doc">
      <dgm:prSet loTypeId="urn:microsoft.com/office/officeart/2016/7/layout/AccentHomeChevronProcess" loCatId="timelin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35D572-5F3A-46FA-B3B2-416533F89948}">
      <dgm:prSet phldrT="[Text]" phldr="0"/>
      <dgm:spPr/>
      <dgm:t>
        <a:bodyPr/>
        <a:lstStyle/>
        <a:p>
          <a:pPr rtl="0"/>
          <a:r>
            <a:rPr lang="en-US" b="0" dirty="0"/>
            <a:t> Historical routes (10,000+ entries) + real-time pallet pings (500+ active).</a:t>
          </a:r>
          <a:endParaRPr lang="en-US" b="1" dirty="0"/>
        </a:p>
      </dgm:t>
    </dgm:pt>
    <dgm:pt modelId="{054EEB9A-F406-42AC-A67E-EBF4A1B48F04}" type="parTrans" cxnId="{028346E0-7C0D-4493-9EEC-64332A892044}">
      <dgm:prSet/>
      <dgm:spPr/>
      <dgm:t>
        <a:bodyPr/>
        <a:lstStyle/>
        <a:p>
          <a:endParaRPr lang="en-US"/>
        </a:p>
      </dgm:t>
    </dgm:pt>
    <dgm:pt modelId="{96428B2D-8DF2-43C6-9CA0-3A13CC597004}" type="sibTrans" cxnId="{028346E0-7C0D-4493-9EEC-64332A892044}">
      <dgm:prSet/>
      <dgm:spPr/>
      <dgm:t>
        <a:bodyPr/>
        <a:lstStyle/>
        <a:p>
          <a:endParaRPr lang="en-US"/>
        </a:p>
      </dgm:t>
    </dgm:pt>
    <dgm:pt modelId="{0F7809A2-4A80-4CF4-B0A4-7DC994630614}">
      <dgm:prSet phldrT="[Text]" phldr="0"/>
      <dgm:spPr/>
      <dgm:t>
        <a:bodyPr/>
        <a:lstStyle/>
        <a:p>
          <a:pPr rtl="0"/>
          <a:r>
            <a:rPr lang="en-US" b="1" dirty="0"/>
            <a:t>Data Collection</a:t>
          </a:r>
          <a:endParaRPr lang="en-US" dirty="0"/>
        </a:p>
      </dgm:t>
    </dgm:pt>
    <dgm:pt modelId="{1538EC47-6C9E-4F9B-8F77-F2C5AA423B9A}" type="parTrans" cxnId="{CF18EC37-DAE2-40AA-A989-280121E739C7}">
      <dgm:prSet/>
      <dgm:spPr/>
      <dgm:t>
        <a:bodyPr/>
        <a:lstStyle/>
        <a:p>
          <a:endParaRPr lang="en-US"/>
        </a:p>
      </dgm:t>
    </dgm:pt>
    <dgm:pt modelId="{A149E22E-56EC-4918-95CD-C93D7E190CAB}" type="sibTrans" cxnId="{CF18EC37-DAE2-40AA-A989-280121E739C7}">
      <dgm:prSet/>
      <dgm:spPr/>
      <dgm:t>
        <a:bodyPr/>
        <a:lstStyle/>
        <a:p>
          <a:endParaRPr lang="en-US"/>
        </a:p>
      </dgm:t>
    </dgm:pt>
    <dgm:pt modelId="{06F271FC-189D-45FE-B2F5-A6B6BB3BE5AA}">
      <dgm:prSet phldrT="[Text]" phldr="0"/>
      <dgm:spPr/>
      <dgm:t>
        <a:bodyPr/>
        <a:lstStyle/>
        <a:p>
          <a:pPr rtl="0"/>
          <a:r>
            <a:rPr lang="en-US" dirty="0"/>
            <a:t> Clean duplicates (5% data removed), geohash GPS coordinates.</a:t>
          </a:r>
        </a:p>
      </dgm:t>
    </dgm:pt>
    <dgm:pt modelId="{02051449-5C0A-4872-A6EB-F4E60DA0445A}" type="parTrans" cxnId="{8BECA4F3-EB94-4101-8FFC-858A2A29356F}">
      <dgm:prSet/>
      <dgm:spPr/>
      <dgm:t>
        <a:bodyPr/>
        <a:lstStyle/>
        <a:p>
          <a:endParaRPr lang="en-US"/>
        </a:p>
      </dgm:t>
    </dgm:pt>
    <dgm:pt modelId="{DA0F5892-400C-4280-A5BC-D04459A97F12}" type="sibTrans" cxnId="{8BECA4F3-EB94-4101-8FFC-858A2A29356F}">
      <dgm:prSet/>
      <dgm:spPr/>
      <dgm:t>
        <a:bodyPr/>
        <a:lstStyle/>
        <a:p>
          <a:endParaRPr lang="en-US"/>
        </a:p>
      </dgm:t>
    </dgm:pt>
    <dgm:pt modelId="{73A1FF05-61EF-488F-8A07-E4FAFB4E4950}">
      <dgm:prSet phldrT="[Text]" phldr="0"/>
      <dgm:spPr/>
      <dgm:t>
        <a:bodyPr/>
        <a:lstStyle/>
        <a:p>
          <a:r>
            <a:rPr lang="en-US" b="1" dirty="0"/>
            <a:t>Preprocessing</a:t>
          </a:r>
          <a:endParaRPr lang="en-US" dirty="0"/>
        </a:p>
      </dgm:t>
    </dgm:pt>
    <dgm:pt modelId="{A6B3AE7A-1FB8-43CD-BC0B-7CBD03529013}" type="parTrans" cxnId="{70BF8276-60A7-4F0E-A6A0-C33BC12753BB}">
      <dgm:prSet/>
      <dgm:spPr/>
      <dgm:t>
        <a:bodyPr/>
        <a:lstStyle/>
        <a:p>
          <a:endParaRPr lang="en-US"/>
        </a:p>
      </dgm:t>
    </dgm:pt>
    <dgm:pt modelId="{8E643054-F0E1-4A02-9BF8-71F8169EFADC}" type="sibTrans" cxnId="{70BF8276-60A7-4F0E-A6A0-C33BC12753BB}">
      <dgm:prSet/>
      <dgm:spPr/>
      <dgm:t>
        <a:bodyPr/>
        <a:lstStyle/>
        <a:p>
          <a:endParaRPr lang="en-US"/>
        </a:p>
      </dgm:t>
    </dgm:pt>
    <dgm:pt modelId="{D664C508-2DDB-49B8-91BD-6F420132A7ED}">
      <dgm:prSet phldrT="[Text]" phldr="0"/>
      <dgm:spPr/>
      <dgm:t>
        <a:bodyPr/>
        <a:lstStyle/>
        <a:p>
          <a:pPr rtl="0"/>
          <a:r>
            <a:rPr lang="en-US" dirty="0"/>
            <a:t> Group pallets using DBSCAN (density-based clustering).</a:t>
          </a:r>
        </a:p>
      </dgm:t>
    </dgm:pt>
    <dgm:pt modelId="{B416FF66-75CF-4DC4-A5F1-0B8B98CF3963}" type="parTrans" cxnId="{2E3AE2D1-CFDD-48BA-B006-27347FE054CF}">
      <dgm:prSet/>
      <dgm:spPr/>
      <dgm:t>
        <a:bodyPr/>
        <a:lstStyle/>
        <a:p>
          <a:endParaRPr lang="en-US"/>
        </a:p>
      </dgm:t>
    </dgm:pt>
    <dgm:pt modelId="{763CE531-8392-4E5F-8983-29A185DC910C}" type="sibTrans" cxnId="{2E3AE2D1-CFDD-48BA-B006-27347FE054CF}">
      <dgm:prSet/>
      <dgm:spPr/>
      <dgm:t>
        <a:bodyPr/>
        <a:lstStyle/>
        <a:p>
          <a:endParaRPr lang="en-US"/>
        </a:p>
      </dgm:t>
    </dgm:pt>
    <dgm:pt modelId="{EDF6107E-8162-4FAD-8F7A-90EEE7FEDB6F}">
      <dgm:prSet phldrT="[Text]" phldr="0"/>
      <dgm:spPr/>
      <dgm:t>
        <a:bodyPr/>
        <a:lstStyle/>
        <a:p>
          <a:r>
            <a:rPr lang="en-US" b="1" dirty="0"/>
            <a:t>Clustering</a:t>
          </a:r>
          <a:endParaRPr lang="en-US" dirty="0"/>
        </a:p>
      </dgm:t>
    </dgm:pt>
    <dgm:pt modelId="{75CF05C6-7A5B-4891-9551-D8A2DBBBB989}" type="parTrans" cxnId="{EBF40231-5015-4E39-BB06-47669D893F83}">
      <dgm:prSet/>
      <dgm:spPr/>
      <dgm:t>
        <a:bodyPr/>
        <a:lstStyle/>
        <a:p>
          <a:endParaRPr lang="en-US"/>
        </a:p>
      </dgm:t>
    </dgm:pt>
    <dgm:pt modelId="{014C1C51-0648-48A9-9154-5AB17A1FD0D5}" type="sibTrans" cxnId="{EBF40231-5015-4E39-BB06-47669D893F83}">
      <dgm:prSet/>
      <dgm:spPr/>
      <dgm:t>
        <a:bodyPr/>
        <a:lstStyle/>
        <a:p>
          <a:endParaRPr lang="en-US"/>
        </a:p>
      </dgm:t>
    </dgm:pt>
    <dgm:pt modelId="{9C93668F-E765-46B6-BED4-7EC003EDAA38}">
      <dgm:prSet phldr="0"/>
      <dgm:spPr/>
      <dgm:t>
        <a:bodyPr/>
        <a:lstStyle/>
        <a:p>
          <a:pPr rtl="0"/>
          <a:r>
            <a:rPr lang="en-US" b="0" dirty="0"/>
            <a:t> </a:t>
          </a:r>
          <a:r>
            <a:rPr lang="en-US" b="0" dirty="0">
              <a:latin typeface="Posterama"/>
            </a:rPr>
            <a:t>HMM </a:t>
          </a:r>
          <a:r>
            <a:rPr lang="en-US" b="0" dirty="0"/>
            <a:t>(92% accuracy) to flag off-route pallets.</a:t>
          </a:r>
          <a:endParaRPr lang="en-US" b="1" dirty="0">
            <a:latin typeface="Posterama"/>
          </a:endParaRPr>
        </a:p>
      </dgm:t>
    </dgm:pt>
    <dgm:pt modelId="{4561432E-9482-4995-BD0C-0172111B5D3E}" type="parTrans" cxnId="{A40B9D8C-4AB9-4C80-8174-BDACF338D710}">
      <dgm:prSet/>
      <dgm:spPr/>
    </dgm:pt>
    <dgm:pt modelId="{34FEFD12-2C29-4F4C-88B6-ED2282950159}" type="sibTrans" cxnId="{A40B9D8C-4AB9-4C80-8174-BDACF338D710}">
      <dgm:prSet/>
      <dgm:spPr/>
    </dgm:pt>
    <dgm:pt modelId="{57298AE5-4B00-4B3A-A48C-029BD332B7DB}">
      <dgm:prSet phldr="0"/>
      <dgm:spPr/>
      <dgm:t>
        <a:bodyPr/>
        <a:lstStyle/>
        <a:p>
          <a:pPr rtl="0"/>
          <a:r>
            <a:rPr lang="en-US" b="1" dirty="0"/>
            <a:t>Anomaly Detection</a:t>
          </a:r>
          <a:endParaRPr lang="en-US" b="1" dirty="0">
            <a:latin typeface="Posterama"/>
          </a:endParaRPr>
        </a:p>
      </dgm:t>
    </dgm:pt>
    <dgm:pt modelId="{F53AD557-6F72-4C44-89B3-982BB4503092}" type="parTrans" cxnId="{9C1B69EB-9985-4369-811E-5C3F8E6AB9FE}">
      <dgm:prSet/>
      <dgm:spPr/>
    </dgm:pt>
    <dgm:pt modelId="{0B93C6C7-9A92-4569-B94B-82FF3BBC5ADA}" type="sibTrans" cxnId="{9C1B69EB-9985-4369-811E-5C3F8E6AB9FE}">
      <dgm:prSet/>
      <dgm:spPr/>
    </dgm:pt>
    <dgm:pt modelId="{4BF5528D-8C46-4EEF-8378-0CD6F1B0F2BB}">
      <dgm:prSet phldr="0"/>
      <dgm:spPr/>
      <dgm:t>
        <a:bodyPr/>
        <a:lstStyle/>
        <a:p>
          <a:pPr rtl="0"/>
          <a:r>
            <a:rPr lang="en-US" b="0" dirty="0"/>
            <a:t>Kalman Filter for location interpolation (500m accuracy).</a:t>
          </a:r>
          <a:endParaRPr lang="en-US" b="1" dirty="0">
            <a:latin typeface="Posterama"/>
          </a:endParaRPr>
        </a:p>
      </dgm:t>
    </dgm:pt>
    <dgm:pt modelId="{839FB032-7D06-4359-8C0E-C3543C703169}" type="parTrans" cxnId="{141E22C8-5E3F-4CD6-B5C1-0D31C66E7065}">
      <dgm:prSet/>
      <dgm:spPr/>
    </dgm:pt>
    <dgm:pt modelId="{2BA26D46-65A5-4348-9789-01EAB915400D}" type="sibTrans" cxnId="{141E22C8-5E3F-4CD6-B5C1-0D31C66E7065}">
      <dgm:prSet/>
      <dgm:spPr/>
    </dgm:pt>
    <dgm:pt modelId="{ADB15DBE-8DCB-443D-A6C7-5E9A71EBB0CA}">
      <dgm:prSet phldr="0"/>
      <dgm:spPr/>
      <dgm:t>
        <a:bodyPr/>
        <a:lstStyle/>
        <a:p>
          <a:pPr rtl="0"/>
          <a:r>
            <a:rPr lang="en-US" b="1" dirty="0"/>
            <a:t>Predictive Tracking</a:t>
          </a:r>
          <a:endParaRPr lang="en-US" b="1" dirty="0">
            <a:latin typeface="Posterama"/>
          </a:endParaRPr>
        </a:p>
      </dgm:t>
    </dgm:pt>
    <dgm:pt modelId="{DA1B307E-8B7D-4816-B4E1-A9CA75FACB07}" type="parTrans" cxnId="{95EB13A2-8142-4752-8565-5A0E85F55355}">
      <dgm:prSet/>
      <dgm:spPr/>
    </dgm:pt>
    <dgm:pt modelId="{43A2D7B3-1702-4FBB-996E-195396368BFB}" type="sibTrans" cxnId="{95EB13A2-8142-4752-8565-5A0E85F55355}">
      <dgm:prSet/>
      <dgm:spPr/>
    </dgm:pt>
    <dgm:pt modelId="{06261ABD-317E-4C29-9C67-F863A4A825BB}" type="pres">
      <dgm:prSet presAssocID="{E79D1D01-5DDF-43E5-9414-F670F02FC35B}" presName="Name0" presStyleCnt="0">
        <dgm:presLayoutVars>
          <dgm:animLvl val="lvl"/>
          <dgm:resizeHandles val="exact"/>
        </dgm:presLayoutVars>
      </dgm:prSet>
      <dgm:spPr/>
    </dgm:pt>
    <dgm:pt modelId="{C8D0C127-C937-4A2F-9ED5-382CB36897D3}" type="pres">
      <dgm:prSet presAssocID="{5235D572-5F3A-46FA-B3B2-416533F89948}" presName="composite" presStyleCnt="0"/>
      <dgm:spPr/>
    </dgm:pt>
    <dgm:pt modelId="{0DB7D0FF-FA86-4624-8CFC-29E53BA7ADF3}" type="pres">
      <dgm:prSet presAssocID="{5235D572-5F3A-46FA-B3B2-416533F89948}" presName="L" presStyleLbl="solidFgAcc1" presStyleIdx="0" presStyleCnt="5">
        <dgm:presLayoutVars>
          <dgm:chMax val="0"/>
          <dgm:chPref val="0"/>
        </dgm:presLayoutVars>
      </dgm:prSet>
      <dgm:spPr/>
    </dgm:pt>
    <dgm:pt modelId="{55971E2F-D7F7-46A4-96D7-423B5E2781AA}" type="pres">
      <dgm:prSet presAssocID="{5235D572-5F3A-46FA-B3B2-416533F8994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5A629D3-019D-4873-8E62-7357BEFA039B}" type="pres">
      <dgm:prSet presAssocID="{5235D572-5F3A-46FA-B3B2-416533F89948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B6422737-5DB5-452F-ADF8-899B10AFA0DD}" type="pres">
      <dgm:prSet presAssocID="{5235D572-5F3A-46FA-B3B2-416533F89948}" presName="EmptyPlaceHolder" presStyleCnt="0"/>
      <dgm:spPr/>
    </dgm:pt>
    <dgm:pt modelId="{236B77C1-A6C1-4A70-93A3-9273DA320BF1}" type="pres">
      <dgm:prSet presAssocID="{96428B2D-8DF2-43C6-9CA0-3A13CC597004}" presName="space" presStyleCnt="0"/>
      <dgm:spPr/>
    </dgm:pt>
    <dgm:pt modelId="{9C4921D5-C46D-4639-B07A-048C7E2BC6E5}" type="pres">
      <dgm:prSet presAssocID="{06F271FC-189D-45FE-B2F5-A6B6BB3BE5AA}" presName="composite" presStyleCnt="0"/>
      <dgm:spPr/>
    </dgm:pt>
    <dgm:pt modelId="{C7EB3A87-F8E1-4A02-8F7E-FB4E3FE3C5DF}" type="pres">
      <dgm:prSet presAssocID="{06F271FC-189D-45FE-B2F5-A6B6BB3BE5AA}" presName="L" presStyleLbl="solidFgAcc1" presStyleIdx="1" presStyleCnt="5">
        <dgm:presLayoutVars>
          <dgm:chMax val="0"/>
          <dgm:chPref val="0"/>
        </dgm:presLayoutVars>
      </dgm:prSet>
      <dgm:spPr/>
    </dgm:pt>
    <dgm:pt modelId="{3B989E46-A736-4B8D-B64C-24EFF51E9C75}" type="pres">
      <dgm:prSet presAssocID="{06F271FC-189D-45FE-B2F5-A6B6BB3BE5A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ADB931D-9CF1-4F47-84AB-D7112FDABF8E}" type="pres">
      <dgm:prSet presAssocID="{06F271FC-189D-45FE-B2F5-A6B6BB3BE5AA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490928B7-0E06-41EC-A322-E318CA2D8F04}" type="pres">
      <dgm:prSet presAssocID="{06F271FC-189D-45FE-B2F5-A6B6BB3BE5AA}" presName="EmptyPlaceHolder" presStyleCnt="0"/>
      <dgm:spPr/>
    </dgm:pt>
    <dgm:pt modelId="{8F948ACA-EF69-40A2-9F14-C209FAF99BAD}" type="pres">
      <dgm:prSet presAssocID="{DA0F5892-400C-4280-A5BC-D04459A97F12}" presName="space" presStyleCnt="0"/>
      <dgm:spPr/>
    </dgm:pt>
    <dgm:pt modelId="{21D055C2-E65D-4158-8885-0740171125C9}" type="pres">
      <dgm:prSet presAssocID="{D664C508-2DDB-49B8-91BD-6F420132A7ED}" presName="composite" presStyleCnt="0"/>
      <dgm:spPr/>
    </dgm:pt>
    <dgm:pt modelId="{19D13DB8-19D1-4876-8787-4691021C6352}" type="pres">
      <dgm:prSet presAssocID="{D664C508-2DDB-49B8-91BD-6F420132A7ED}" presName="L" presStyleLbl="solidFgAcc1" presStyleIdx="2" presStyleCnt="5">
        <dgm:presLayoutVars>
          <dgm:chMax val="0"/>
          <dgm:chPref val="0"/>
        </dgm:presLayoutVars>
      </dgm:prSet>
      <dgm:spPr/>
    </dgm:pt>
    <dgm:pt modelId="{A8559C7B-0283-4493-8973-48281FC8794D}" type="pres">
      <dgm:prSet presAssocID="{D664C508-2DDB-49B8-91BD-6F420132A7E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C72A7B36-4EF6-4681-A802-DBC7A946D806}" type="pres">
      <dgm:prSet presAssocID="{D664C508-2DDB-49B8-91BD-6F420132A7ED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6EFBEB-7FFD-46B5-9827-5F0578D273E8}" type="pres">
      <dgm:prSet presAssocID="{D664C508-2DDB-49B8-91BD-6F420132A7ED}" presName="EmptyPlaceHolder" presStyleCnt="0"/>
      <dgm:spPr/>
    </dgm:pt>
    <dgm:pt modelId="{40F47571-E027-478C-A0F5-1825C673D5C5}" type="pres">
      <dgm:prSet presAssocID="{763CE531-8392-4E5F-8983-29A185DC910C}" presName="space" presStyleCnt="0"/>
      <dgm:spPr/>
    </dgm:pt>
    <dgm:pt modelId="{60ACB7AC-218D-4266-9569-EAC3C53EF2A9}" type="pres">
      <dgm:prSet presAssocID="{9C93668F-E765-46B6-BED4-7EC003EDAA38}" presName="composite" presStyleCnt="0"/>
      <dgm:spPr/>
    </dgm:pt>
    <dgm:pt modelId="{45B2B777-8365-4229-B8E5-CEEB27749E3D}" type="pres">
      <dgm:prSet presAssocID="{9C93668F-E765-46B6-BED4-7EC003EDAA38}" presName="L" presStyleLbl="solidFgAcc1" presStyleIdx="3" presStyleCnt="5">
        <dgm:presLayoutVars>
          <dgm:chMax val="0"/>
          <dgm:chPref val="0"/>
        </dgm:presLayoutVars>
      </dgm:prSet>
      <dgm:spPr/>
    </dgm:pt>
    <dgm:pt modelId="{8ABE2262-13C6-4C40-B0E9-C40EF7FB9C7B}" type="pres">
      <dgm:prSet presAssocID="{9C93668F-E765-46B6-BED4-7EC003EDAA3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9E9C7F9D-5B5C-4946-8558-4225ADF4A14A}" type="pres">
      <dgm:prSet presAssocID="{9C93668F-E765-46B6-BED4-7EC003EDAA38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0A06AC1C-883C-48C5-9508-3432547F2A3A}" type="pres">
      <dgm:prSet presAssocID="{9C93668F-E765-46B6-BED4-7EC003EDAA38}" presName="EmptyPlaceHolder" presStyleCnt="0"/>
      <dgm:spPr/>
    </dgm:pt>
    <dgm:pt modelId="{B64856D0-DAD9-423B-B210-B658D479347F}" type="pres">
      <dgm:prSet presAssocID="{34FEFD12-2C29-4F4C-88B6-ED2282950159}" presName="space" presStyleCnt="0"/>
      <dgm:spPr/>
    </dgm:pt>
    <dgm:pt modelId="{B95844AE-7D68-4094-80B5-D48705714DE5}" type="pres">
      <dgm:prSet presAssocID="{4BF5528D-8C46-4EEF-8378-0CD6F1B0F2BB}" presName="composite" presStyleCnt="0"/>
      <dgm:spPr/>
    </dgm:pt>
    <dgm:pt modelId="{51BDC843-FECB-417B-9F1B-C9B231449718}" type="pres">
      <dgm:prSet presAssocID="{4BF5528D-8C46-4EEF-8378-0CD6F1B0F2BB}" presName="L" presStyleLbl="solidFgAcc1" presStyleIdx="4" presStyleCnt="5">
        <dgm:presLayoutVars>
          <dgm:chMax val="0"/>
          <dgm:chPref val="0"/>
        </dgm:presLayoutVars>
      </dgm:prSet>
      <dgm:spPr/>
    </dgm:pt>
    <dgm:pt modelId="{343E8150-4993-4D12-B701-1928A25A8048}" type="pres">
      <dgm:prSet presAssocID="{4BF5528D-8C46-4EEF-8378-0CD6F1B0F2B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AC936FE7-88E3-4807-B5E2-582B93F7C7F8}" type="pres">
      <dgm:prSet presAssocID="{4BF5528D-8C46-4EEF-8378-0CD6F1B0F2BB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C028E10E-6EF1-4BA2-B412-F57818EDFFB1}" type="pres">
      <dgm:prSet presAssocID="{4BF5528D-8C46-4EEF-8378-0CD6F1B0F2BB}" presName="EmptyPlaceHolder" presStyleCnt="0"/>
      <dgm:spPr/>
    </dgm:pt>
  </dgm:ptLst>
  <dgm:cxnLst>
    <dgm:cxn modelId="{73BFDF0D-7E10-47ED-BE9C-07D49C9ED3C7}" type="presOf" srcId="{D664C508-2DDB-49B8-91BD-6F420132A7ED}" destId="{A8559C7B-0283-4493-8973-48281FC8794D}" srcOrd="0" destOrd="0" presId="urn:microsoft.com/office/officeart/2016/7/layout/AccentHomeChevronProcess"/>
    <dgm:cxn modelId="{53EBAD1D-DBF6-4FCD-B4BD-D7BA1DADE162}" type="presOf" srcId="{9C93668F-E765-46B6-BED4-7EC003EDAA38}" destId="{8ABE2262-13C6-4C40-B0E9-C40EF7FB9C7B}" srcOrd="0" destOrd="0" presId="urn:microsoft.com/office/officeart/2016/7/layout/AccentHomeChevronProcess"/>
    <dgm:cxn modelId="{9D5F232A-9114-42E3-935B-61517F7DD8F6}" type="presOf" srcId="{73A1FF05-61EF-488F-8A07-E4FAFB4E4950}" destId="{DADB931D-9CF1-4F47-84AB-D7112FDABF8E}" srcOrd="0" destOrd="0" presId="urn:microsoft.com/office/officeart/2016/7/layout/AccentHomeChevronProcess"/>
    <dgm:cxn modelId="{EBF40231-5015-4E39-BB06-47669D893F83}" srcId="{D664C508-2DDB-49B8-91BD-6F420132A7ED}" destId="{EDF6107E-8162-4FAD-8F7A-90EEE7FEDB6F}" srcOrd="0" destOrd="0" parTransId="{75CF05C6-7A5B-4891-9551-D8A2DBBBB989}" sibTransId="{014C1C51-0648-48A9-9154-5AB17A1FD0D5}"/>
    <dgm:cxn modelId="{CF18EC37-DAE2-40AA-A989-280121E739C7}" srcId="{5235D572-5F3A-46FA-B3B2-416533F89948}" destId="{0F7809A2-4A80-4CF4-B0A4-7DC994630614}" srcOrd="0" destOrd="0" parTransId="{1538EC47-6C9E-4F9B-8F77-F2C5AA423B9A}" sibTransId="{A149E22E-56EC-4918-95CD-C93D7E190CAB}"/>
    <dgm:cxn modelId="{D2D7C53C-6919-4B3B-9333-39B6A09F0E49}" type="presOf" srcId="{4BF5528D-8C46-4EEF-8378-0CD6F1B0F2BB}" destId="{343E8150-4993-4D12-B701-1928A25A8048}" srcOrd="0" destOrd="0" presId="urn:microsoft.com/office/officeart/2016/7/layout/AccentHomeChevronProcess"/>
    <dgm:cxn modelId="{42ECA762-39BB-4577-BB4F-09590C1132AF}" type="presOf" srcId="{ADB15DBE-8DCB-443D-A6C7-5E9A71EBB0CA}" destId="{AC936FE7-88E3-4807-B5E2-582B93F7C7F8}" srcOrd="0" destOrd="0" presId="urn:microsoft.com/office/officeart/2016/7/layout/AccentHomeChevronProcess"/>
    <dgm:cxn modelId="{70BF8276-60A7-4F0E-A6A0-C33BC12753BB}" srcId="{06F271FC-189D-45FE-B2F5-A6B6BB3BE5AA}" destId="{73A1FF05-61EF-488F-8A07-E4FAFB4E4950}" srcOrd="0" destOrd="0" parTransId="{A6B3AE7A-1FB8-43CD-BC0B-7CBD03529013}" sibTransId="{8E643054-F0E1-4A02-9BF8-71F8169EFADC}"/>
    <dgm:cxn modelId="{A40B9D8C-4AB9-4C80-8174-BDACF338D710}" srcId="{E79D1D01-5DDF-43E5-9414-F670F02FC35B}" destId="{9C93668F-E765-46B6-BED4-7EC003EDAA38}" srcOrd="3" destOrd="0" parTransId="{4561432E-9482-4995-BD0C-0172111B5D3E}" sibTransId="{34FEFD12-2C29-4F4C-88B6-ED2282950159}"/>
    <dgm:cxn modelId="{3D67B996-BD14-4727-9E9D-D68B0ADB569F}" type="presOf" srcId="{5235D572-5F3A-46FA-B3B2-416533F89948}" destId="{55971E2F-D7F7-46A4-96D7-423B5E2781AA}" srcOrd="0" destOrd="0" presId="urn:microsoft.com/office/officeart/2016/7/layout/AccentHomeChevronProcess"/>
    <dgm:cxn modelId="{95EB13A2-8142-4752-8565-5A0E85F55355}" srcId="{4BF5528D-8C46-4EEF-8378-0CD6F1B0F2BB}" destId="{ADB15DBE-8DCB-443D-A6C7-5E9A71EBB0CA}" srcOrd="0" destOrd="0" parTransId="{DA1B307E-8B7D-4816-B4E1-A9CA75FACB07}" sibTransId="{43A2D7B3-1702-4FBB-996E-195396368BFB}"/>
    <dgm:cxn modelId="{AFE3CEAC-3B25-4417-AFD1-C2050DFBB6C9}" type="presOf" srcId="{0F7809A2-4A80-4CF4-B0A4-7DC994630614}" destId="{D5A629D3-019D-4873-8E62-7357BEFA039B}" srcOrd="0" destOrd="0" presId="urn:microsoft.com/office/officeart/2016/7/layout/AccentHomeChevronProcess"/>
    <dgm:cxn modelId="{00F1D7B8-6757-4477-8502-5F37167824A9}" type="presOf" srcId="{EDF6107E-8162-4FAD-8F7A-90EEE7FEDB6F}" destId="{C72A7B36-4EF6-4681-A802-DBC7A946D806}" srcOrd="0" destOrd="0" presId="urn:microsoft.com/office/officeart/2016/7/layout/AccentHomeChevronProcess"/>
    <dgm:cxn modelId="{141E22C8-5E3F-4CD6-B5C1-0D31C66E7065}" srcId="{E79D1D01-5DDF-43E5-9414-F670F02FC35B}" destId="{4BF5528D-8C46-4EEF-8378-0CD6F1B0F2BB}" srcOrd="4" destOrd="0" parTransId="{839FB032-7D06-4359-8C0E-C3543C703169}" sibTransId="{2BA26D46-65A5-4348-9789-01EAB915400D}"/>
    <dgm:cxn modelId="{630675D0-F076-4244-9F18-AC5C1BCFAEC6}" type="presOf" srcId="{57298AE5-4B00-4B3A-A48C-029BD332B7DB}" destId="{9E9C7F9D-5B5C-4946-8558-4225ADF4A14A}" srcOrd="0" destOrd="0" presId="urn:microsoft.com/office/officeart/2016/7/layout/AccentHomeChevronProcess"/>
    <dgm:cxn modelId="{2E3AE2D1-CFDD-48BA-B006-27347FE054CF}" srcId="{E79D1D01-5DDF-43E5-9414-F670F02FC35B}" destId="{D664C508-2DDB-49B8-91BD-6F420132A7ED}" srcOrd="2" destOrd="0" parTransId="{B416FF66-75CF-4DC4-A5F1-0B8B98CF3963}" sibTransId="{763CE531-8392-4E5F-8983-29A185DC910C}"/>
    <dgm:cxn modelId="{688B14D3-372F-439E-B7A7-873341B17427}" type="presOf" srcId="{E79D1D01-5DDF-43E5-9414-F670F02FC35B}" destId="{06261ABD-317E-4C29-9C67-F863A4A825BB}" srcOrd="0" destOrd="0" presId="urn:microsoft.com/office/officeart/2016/7/layout/AccentHomeChevronProcess"/>
    <dgm:cxn modelId="{028346E0-7C0D-4493-9EEC-64332A892044}" srcId="{E79D1D01-5DDF-43E5-9414-F670F02FC35B}" destId="{5235D572-5F3A-46FA-B3B2-416533F89948}" srcOrd="0" destOrd="0" parTransId="{054EEB9A-F406-42AC-A67E-EBF4A1B48F04}" sibTransId="{96428B2D-8DF2-43C6-9CA0-3A13CC597004}"/>
    <dgm:cxn modelId="{554A6FE0-87CB-4E6C-8FB2-4999D594BDB2}" type="presOf" srcId="{06F271FC-189D-45FE-B2F5-A6B6BB3BE5AA}" destId="{3B989E46-A736-4B8D-B64C-24EFF51E9C75}" srcOrd="0" destOrd="0" presId="urn:microsoft.com/office/officeart/2016/7/layout/AccentHomeChevronProcess"/>
    <dgm:cxn modelId="{9C1B69EB-9985-4369-811E-5C3F8E6AB9FE}" srcId="{9C93668F-E765-46B6-BED4-7EC003EDAA38}" destId="{57298AE5-4B00-4B3A-A48C-029BD332B7DB}" srcOrd="0" destOrd="0" parTransId="{F53AD557-6F72-4C44-89B3-982BB4503092}" sibTransId="{0B93C6C7-9A92-4569-B94B-82FF3BBC5ADA}"/>
    <dgm:cxn modelId="{8BECA4F3-EB94-4101-8FFC-858A2A29356F}" srcId="{E79D1D01-5DDF-43E5-9414-F670F02FC35B}" destId="{06F271FC-189D-45FE-B2F5-A6B6BB3BE5AA}" srcOrd="1" destOrd="0" parTransId="{02051449-5C0A-4872-A6EB-F4E60DA0445A}" sibTransId="{DA0F5892-400C-4280-A5BC-D04459A97F12}"/>
    <dgm:cxn modelId="{6F195527-F8E2-4536-9D9A-C0B8719725F2}" type="presParOf" srcId="{06261ABD-317E-4C29-9C67-F863A4A825BB}" destId="{C8D0C127-C937-4A2F-9ED5-382CB36897D3}" srcOrd="0" destOrd="0" presId="urn:microsoft.com/office/officeart/2016/7/layout/AccentHomeChevronProcess"/>
    <dgm:cxn modelId="{D3B94A62-7ADE-45B1-80A2-60FF44B21836}" type="presParOf" srcId="{C8D0C127-C937-4A2F-9ED5-382CB36897D3}" destId="{0DB7D0FF-FA86-4624-8CFC-29E53BA7ADF3}" srcOrd="0" destOrd="0" presId="urn:microsoft.com/office/officeart/2016/7/layout/AccentHomeChevronProcess"/>
    <dgm:cxn modelId="{C2862173-E82B-4DD9-A378-F13479770030}" type="presParOf" srcId="{C8D0C127-C937-4A2F-9ED5-382CB36897D3}" destId="{55971E2F-D7F7-46A4-96D7-423B5E2781AA}" srcOrd="1" destOrd="0" presId="urn:microsoft.com/office/officeart/2016/7/layout/AccentHomeChevronProcess"/>
    <dgm:cxn modelId="{3E271161-CECE-4DAA-B10C-8185602BD693}" type="presParOf" srcId="{C8D0C127-C937-4A2F-9ED5-382CB36897D3}" destId="{D5A629D3-019D-4873-8E62-7357BEFA039B}" srcOrd="2" destOrd="0" presId="urn:microsoft.com/office/officeart/2016/7/layout/AccentHomeChevronProcess"/>
    <dgm:cxn modelId="{9867F522-6721-4EE2-BA1D-B47A80ADCB3D}" type="presParOf" srcId="{C8D0C127-C937-4A2F-9ED5-382CB36897D3}" destId="{B6422737-5DB5-452F-ADF8-899B10AFA0DD}" srcOrd="3" destOrd="0" presId="urn:microsoft.com/office/officeart/2016/7/layout/AccentHomeChevronProcess"/>
    <dgm:cxn modelId="{790E0C92-EC0E-4C6A-8F49-F1FBE4126679}" type="presParOf" srcId="{06261ABD-317E-4C29-9C67-F863A4A825BB}" destId="{236B77C1-A6C1-4A70-93A3-9273DA320BF1}" srcOrd="1" destOrd="0" presId="urn:microsoft.com/office/officeart/2016/7/layout/AccentHomeChevronProcess"/>
    <dgm:cxn modelId="{8DEA1D72-C29F-4645-9AFF-F73339826CBF}" type="presParOf" srcId="{06261ABD-317E-4C29-9C67-F863A4A825BB}" destId="{9C4921D5-C46D-4639-B07A-048C7E2BC6E5}" srcOrd="2" destOrd="0" presId="urn:microsoft.com/office/officeart/2016/7/layout/AccentHomeChevronProcess"/>
    <dgm:cxn modelId="{9AA55798-9B83-43B5-A8BA-E9427AE99BC1}" type="presParOf" srcId="{9C4921D5-C46D-4639-B07A-048C7E2BC6E5}" destId="{C7EB3A87-F8E1-4A02-8F7E-FB4E3FE3C5DF}" srcOrd="0" destOrd="0" presId="urn:microsoft.com/office/officeart/2016/7/layout/AccentHomeChevronProcess"/>
    <dgm:cxn modelId="{A70A7AD0-B270-4CFF-9DAC-2DBE789E9F40}" type="presParOf" srcId="{9C4921D5-C46D-4639-B07A-048C7E2BC6E5}" destId="{3B989E46-A736-4B8D-B64C-24EFF51E9C75}" srcOrd="1" destOrd="0" presId="urn:microsoft.com/office/officeart/2016/7/layout/AccentHomeChevronProcess"/>
    <dgm:cxn modelId="{D01BBF87-7804-49E6-8A03-DEA2FAFF65ED}" type="presParOf" srcId="{9C4921D5-C46D-4639-B07A-048C7E2BC6E5}" destId="{DADB931D-9CF1-4F47-84AB-D7112FDABF8E}" srcOrd="2" destOrd="0" presId="urn:microsoft.com/office/officeart/2016/7/layout/AccentHomeChevronProcess"/>
    <dgm:cxn modelId="{578AAB2E-9E43-4F04-8343-358BB980F177}" type="presParOf" srcId="{9C4921D5-C46D-4639-B07A-048C7E2BC6E5}" destId="{490928B7-0E06-41EC-A322-E318CA2D8F04}" srcOrd="3" destOrd="0" presId="urn:microsoft.com/office/officeart/2016/7/layout/AccentHomeChevronProcess"/>
    <dgm:cxn modelId="{B6197467-891F-495A-B554-BE1523EB3DB5}" type="presParOf" srcId="{06261ABD-317E-4C29-9C67-F863A4A825BB}" destId="{8F948ACA-EF69-40A2-9F14-C209FAF99BAD}" srcOrd="3" destOrd="0" presId="urn:microsoft.com/office/officeart/2016/7/layout/AccentHomeChevronProcess"/>
    <dgm:cxn modelId="{4793C50F-FC56-40B2-8A46-4918B314D302}" type="presParOf" srcId="{06261ABD-317E-4C29-9C67-F863A4A825BB}" destId="{21D055C2-E65D-4158-8885-0740171125C9}" srcOrd="4" destOrd="0" presId="urn:microsoft.com/office/officeart/2016/7/layout/AccentHomeChevronProcess"/>
    <dgm:cxn modelId="{8D70DA8C-1896-457D-81B9-A5C6C4766D67}" type="presParOf" srcId="{21D055C2-E65D-4158-8885-0740171125C9}" destId="{19D13DB8-19D1-4876-8787-4691021C6352}" srcOrd="0" destOrd="0" presId="urn:microsoft.com/office/officeart/2016/7/layout/AccentHomeChevronProcess"/>
    <dgm:cxn modelId="{69A97BF6-BCF7-4E1E-8206-953B6B4BDF07}" type="presParOf" srcId="{21D055C2-E65D-4158-8885-0740171125C9}" destId="{A8559C7B-0283-4493-8973-48281FC8794D}" srcOrd="1" destOrd="0" presId="urn:microsoft.com/office/officeart/2016/7/layout/AccentHomeChevronProcess"/>
    <dgm:cxn modelId="{9D32CF76-6BFF-4661-AFBE-2495E46DE4C3}" type="presParOf" srcId="{21D055C2-E65D-4158-8885-0740171125C9}" destId="{C72A7B36-4EF6-4681-A802-DBC7A946D806}" srcOrd="2" destOrd="0" presId="urn:microsoft.com/office/officeart/2016/7/layout/AccentHomeChevronProcess"/>
    <dgm:cxn modelId="{08C1907A-4A95-4227-A6D8-BF8A5F95009E}" type="presParOf" srcId="{21D055C2-E65D-4158-8885-0740171125C9}" destId="{F66EFBEB-7FFD-46B5-9827-5F0578D273E8}" srcOrd="3" destOrd="0" presId="urn:microsoft.com/office/officeart/2016/7/layout/AccentHomeChevronProcess"/>
    <dgm:cxn modelId="{6DA623B9-1261-494F-B6A6-A1D9AEE3D98F}" type="presParOf" srcId="{06261ABD-317E-4C29-9C67-F863A4A825BB}" destId="{40F47571-E027-478C-A0F5-1825C673D5C5}" srcOrd="5" destOrd="0" presId="urn:microsoft.com/office/officeart/2016/7/layout/AccentHomeChevronProcess"/>
    <dgm:cxn modelId="{99C01701-B0BD-4C30-A8BA-4CC44CD5C1FE}" type="presParOf" srcId="{06261ABD-317E-4C29-9C67-F863A4A825BB}" destId="{60ACB7AC-218D-4266-9569-EAC3C53EF2A9}" srcOrd="6" destOrd="0" presId="urn:microsoft.com/office/officeart/2016/7/layout/AccentHomeChevronProcess"/>
    <dgm:cxn modelId="{FDB402EB-4498-4E7E-A0E2-9AE31FAD518A}" type="presParOf" srcId="{60ACB7AC-218D-4266-9569-EAC3C53EF2A9}" destId="{45B2B777-8365-4229-B8E5-CEEB27749E3D}" srcOrd="0" destOrd="0" presId="urn:microsoft.com/office/officeart/2016/7/layout/AccentHomeChevronProcess"/>
    <dgm:cxn modelId="{BE37C364-9D08-4E72-8DC5-61A817ECCEB2}" type="presParOf" srcId="{60ACB7AC-218D-4266-9569-EAC3C53EF2A9}" destId="{8ABE2262-13C6-4C40-B0E9-C40EF7FB9C7B}" srcOrd="1" destOrd="0" presId="urn:microsoft.com/office/officeart/2016/7/layout/AccentHomeChevronProcess"/>
    <dgm:cxn modelId="{196BE161-D2BD-4C6E-80B3-352BC4EA78BF}" type="presParOf" srcId="{60ACB7AC-218D-4266-9569-EAC3C53EF2A9}" destId="{9E9C7F9D-5B5C-4946-8558-4225ADF4A14A}" srcOrd="2" destOrd="0" presId="urn:microsoft.com/office/officeart/2016/7/layout/AccentHomeChevronProcess"/>
    <dgm:cxn modelId="{DC9FE51A-7838-411F-827B-5BA50DD44915}" type="presParOf" srcId="{60ACB7AC-218D-4266-9569-EAC3C53EF2A9}" destId="{0A06AC1C-883C-48C5-9508-3432547F2A3A}" srcOrd="3" destOrd="0" presId="urn:microsoft.com/office/officeart/2016/7/layout/AccentHomeChevronProcess"/>
    <dgm:cxn modelId="{BEA3267B-FC98-4A69-8678-CCDB3834C138}" type="presParOf" srcId="{06261ABD-317E-4C29-9C67-F863A4A825BB}" destId="{B64856D0-DAD9-423B-B210-B658D479347F}" srcOrd="7" destOrd="0" presId="urn:microsoft.com/office/officeart/2016/7/layout/AccentHomeChevronProcess"/>
    <dgm:cxn modelId="{03687DA5-8BBD-4D25-A4CD-D6F77F9531CB}" type="presParOf" srcId="{06261ABD-317E-4C29-9C67-F863A4A825BB}" destId="{B95844AE-7D68-4094-80B5-D48705714DE5}" srcOrd="8" destOrd="0" presId="urn:microsoft.com/office/officeart/2016/7/layout/AccentHomeChevronProcess"/>
    <dgm:cxn modelId="{C926C72C-67B8-4ED2-8B34-99A8E804FD7C}" type="presParOf" srcId="{B95844AE-7D68-4094-80B5-D48705714DE5}" destId="{51BDC843-FECB-417B-9F1B-C9B231449718}" srcOrd="0" destOrd="0" presId="urn:microsoft.com/office/officeart/2016/7/layout/AccentHomeChevronProcess"/>
    <dgm:cxn modelId="{EB58B2C5-D288-4509-B1D1-32110E7AF1FB}" type="presParOf" srcId="{B95844AE-7D68-4094-80B5-D48705714DE5}" destId="{343E8150-4993-4D12-B701-1928A25A8048}" srcOrd="1" destOrd="0" presId="urn:microsoft.com/office/officeart/2016/7/layout/AccentHomeChevronProcess"/>
    <dgm:cxn modelId="{D2E7C0FF-315A-4537-A267-02DC08A2C047}" type="presParOf" srcId="{B95844AE-7D68-4094-80B5-D48705714DE5}" destId="{AC936FE7-88E3-4807-B5E2-582B93F7C7F8}" srcOrd="2" destOrd="0" presId="urn:microsoft.com/office/officeart/2016/7/layout/AccentHomeChevronProcess"/>
    <dgm:cxn modelId="{BAFDD035-55C8-4761-9271-CFA8C4D955C6}" type="presParOf" srcId="{B95844AE-7D68-4094-80B5-D48705714DE5}" destId="{C028E10E-6EF1-4BA2-B412-F57818EDFFB1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9D1D01-5DDF-43E5-9414-F670F02FC35B}" type="doc">
      <dgm:prSet loTypeId="urn:microsoft.com/office/officeart/2016/7/layout/AccentHomeChevronProcess" loCatId="timelin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35D572-5F3A-46FA-B3B2-416533F89948}">
      <dgm:prSet phldrT="[Text]" phldr="0"/>
      <dgm:spPr/>
      <dgm:t>
        <a:bodyPr/>
        <a:lstStyle/>
        <a:p>
          <a:pPr rtl="0"/>
          <a:r>
            <a:rPr lang="en-US" b="0" dirty="0"/>
            <a:t> Historical routes (10,000+ entries) + real-time pallet pings (500+ active).</a:t>
          </a:r>
          <a:endParaRPr lang="en-US" b="1" dirty="0"/>
        </a:p>
      </dgm:t>
    </dgm:pt>
    <dgm:pt modelId="{054EEB9A-F406-42AC-A67E-EBF4A1B48F04}" type="parTrans" cxnId="{028346E0-7C0D-4493-9EEC-64332A892044}">
      <dgm:prSet/>
      <dgm:spPr/>
      <dgm:t>
        <a:bodyPr/>
        <a:lstStyle/>
        <a:p>
          <a:endParaRPr lang="en-US"/>
        </a:p>
      </dgm:t>
    </dgm:pt>
    <dgm:pt modelId="{96428B2D-8DF2-43C6-9CA0-3A13CC597004}" type="sibTrans" cxnId="{028346E0-7C0D-4493-9EEC-64332A892044}">
      <dgm:prSet/>
      <dgm:spPr/>
      <dgm:t>
        <a:bodyPr/>
        <a:lstStyle/>
        <a:p>
          <a:endParaRPr lang="en-US"/>
        </a:p>
      </dgm:t>
    </dgm:pt>
    <dgm:pt modelId="{0F7809A2-4A80-4CF4-B0A4-7DC994630614}">
      <dgm:prSet phldrT="[Text]" phldr="0"/>
      <dgm:spPr/>
      <dgm:t>
        <a:bodyPr/>
        <a:lstStyle/>
        <a:p>
          <a:pPr rtl="0"/>
          <a:r>
            <a:rPr lang="en-US" b="1" dirty="0"/>
            <a:t>Data Collection</a:t>
          </a:r>
          <a:endParaRPr lang="en-US" dirty="0"/>
        </a:p>
      </dgm:t>
    </dgm:pt>
    <dgm:pt modelId="{1538EC47-6C9E-4F9B-8F77-F2C5AA423B9A}" type="parTrans" cxnId="{CF18EC37-DAE2-40AA-A989-280121E739C7}">
      <dgm:prSet/>
      <dgm:spPr/>
      <dgm:t>
        <a:bodyPr/>
        <a:lstStyle/>
        <a:p>
          <a:endParaRPr lang="en-US"/>
        </a:p>
      </dgm:t>
    </dgm:pt>
    <dgm:pt modelId="{A149E22E-56EC-4918-95CD-C93D7E190CAB}" type="sibTrans" cxnId="{CF18EC37-DAE2-40AA-A989-280121E739C7}">
      <dgm:prSet/>
      <dgm:spPr/>
      <dgm:t>
        <a:bodyPr/>
        <a:lstStyle/>
        <a:p>
          <a:endParaRPr lang="en-US"/>
        </a:p>
      </dgm:t>
    </dgm:pt>
    <dgm:pt modelId="{06F271FC-189D-45FE-B2F5-A6B6BB3BE5AA}">
      <dgm:prSet phldrT="[Text]" phldr="0"/>
      <dgm:spPr/>
      <dgm:t>
        <a:bodyPr/>
        <a:lstStyle/>
        <a:p>
          <a:pPr rtl="0"/>
          <a:r>
            <a:rPr lang="en-US" dirty="0"/>
            <a:t> Clean duplicates (5% data removed), geohash GPS coordinates.</a:t>
          </a:r>
        </a:p>
      </dgm:t>
    </dgm:pt>
    <dgm:pt modelId="{02051449-5C0A-4872-A6EB-F4E60DA0445A}" type="parTrans" cxnId="{8BECA4F3-EB94-4101-8FFC-858A2A29356F}">
      <dgm:prSet/>
      <dgm:spPr/>
      <dgm:t>
        <a:bodyPr/>
        <a:lstStyle/>
        <a:p>
          <a:endParaRPr lang="en-US"/>
        </a:p>
      </dgm:t>
    </dgm:pt>
    <dgm:pt modelId="{DA0F5892-400C-4280-A5BC-D04459A97F12}" type="sibTrans" cxnId="{8BECA4F3-EB94-4101-8FFC-858A2A29356F}">
      <dgm:prSet/>
      <dgm:spPr/>
      <dgm:t>
        <a:bodyPr/>
        <a:lstStyle/>
        <a:p>
          <a:endParaRPr lang="en-US"/>
        </a:p>
      </dgm:t>
    </dgm:pt>
    <dgm:pt modelId="{73A1FF05-61EF-488F-8A07-E4FAFB4E4950}">
      <dgm:prSet phldrT="[Text]" phldr="0"/>
      <dgm:spPr/>
      <dgm:t>
        <a:bodyPr/>
        <a:lstStyle/>
        <a:p>
          <a:r>
            <a:rPr lang="en-US" b="1" dirty="0"/>
            <a:t>Preprocessing</a:t>
          </a:r>
          <a:endParaRPr lang="en-US" dirty="0"/>
        </a:p>
      </dgm:t>
    </dgm:pt>
    <dgm:pt modelId="{A6B3AE7A-1FB8-43CD-BC0B-7CBD03529013}" type="parTrans" cxnId="{70BF8276-60A7-4F0E-A6A0-C33BC12753BB}">
      <dgm:prSet/>
      <dgm:spPr/>
      <dgm:t>
        <a:bodyPr/>
        <a:lstStyle/>
        <a:p>
          <a:endParaRPr lang="en-US"/>
        </a:p>
      </dgm:t>
    </dgm:pt>
    <dgm:pt modelId="{8E643054-F0E1-4A02-9BF8-71F8169EFADC}" type="sibTrans" cxnId="{70BF8276-60A7-4F0E-A6A0-C33BC12753BB}">
      <dgm:prSet/>
      <dgm:spPr/>
      <dgm:t>
        <a:bodyPr/>
        <a:lstStyle/>
        <a:p>
          <a:endParaRPr lang="en-US"/>
        </a:p>
      </dgm:t>
    </dgm:pt>
    <dgm:pt modelId="{D664C508-2DDB-49B8-91BD-6F420132A7ED}">
      <dgm:prSet phldrT="[Text]" phldr="0"/>
      <dgm:spPr/>
      <dgm:t>
        <a:bodyPr/>
        <a:lstStyle/>
        <a:p>
          <a:pPr rtl="0"/>
          <a:r>
            <a:rPr lang="en-US" dirty="0"/>
            <a:t> Group pallets using DBSCAN (density-based clustering).</a:t>
          </a:r>
        </a:p>
      </dgm:t>
    </dgm:pt>
    <dgm:pt modelId="{B416FF66-75CF-4DC4-A5F1-0B8B98CF3963}" type="parTrans" cxnId="{2E3AE2D1-CFDD-48BA-B006-27347FE054CF}">
      <dgm:prSet/>
      <dgm:spPr/>
      <dgm:t>
        <a:bodyPr/>
        <a:lstStyle/>
        <a:p>
          <a:endParaRPr lang="en-US"/>
        </a:p>
      </dgm:t>
    </dgm:pt>
    <dgm:pt modelId="{763CE531-8392-4E5F-8983-29A185DC910C}" type="sibTrans" cxnId="{2E3AE2D1-CFDD-48BA-B006-27347FE054CF}">
      <dgm:prSet/>
      <dgm:spPr/>
      <dgm:t>
        <a:bodyPr/>
        <a:lstStyle/>
        <a:p>
          <a:endParaRPr lang="en-US"/>
        </a:p>
      </dgm:t>
    </dgm:pt>
    <dgm:pt modelId="{EDF6107E-8162-4FAD-8F7A-90EEE7FEDB6F}">
      <dgm:prSet phldrT="[Text]" phldr="0"/>
      <dgm:spPr/>
      <dgm:t>
        <a:bodyPr/>
        <a:lstStyle/>
        <a:p>
          <a:r>
            <a:rPr lang="en-US" b="1" dirty="0"/>
            <a:t>Clustering</a:t>
          </a:r>
          <a:endParaRPr lang="en-US" dirty="0"/>
        </a:p>
      </dgm:t>
    </dgm:pt>
    <dgm:pt modelId="{75CF05C6-7A5B-4891-9551-D8A2DBBBB989}" type="parTrans" cxnId="{EBF40231-5015-4E39-BB06-47669D893F83}">
      <dgm:prSet/>
      <dgm:spPr/>
      <dgm:t>
        <a:bodyPr/>
        <a:lstStyle/>
        <a:p>
          <a:endParaRPr lang="en-US"/>
        </a:p>
      </dgm:t>
    </dgm:pt>
    <dgm:pt modelId="{014C1C51-0648-48A9-9154-5AB17A1FD0D5}" type="sibTrans" cxnId="{EBF40231-5015-4E39-BB06-47669D893F83}">
      <dgm:prSet/>
      <dgm:spPr/>
      <dgm:t>
        <a:bodyPr/>
        <a:lstStyle/>
        <a:p>
          <a:endParaRPr lang="en-US"/>
        </a:p>
      </dgm:t>
    </dgm:pt>
    <dgm:pt modelId="{9C93668F-E765-46B6-BED4-7EC003EDAA38}">
      <dgm:prSet phldr="0"/>
      <dgm:spPr/>
      <dgm:t>
        <a:bodyPr/>
        <a:lstStyle/>
        <a:p>
          <a:pPr rtl="0"/>
          <a:r>
            <a:rPr lang="en-US" b="0" dirty="0"/>
            <a:t> Isolation Forest (92% accuracy) to flag off-route pallets.</a:t>
          </a:r>
          <a:endParaRPr lang="en-US" b="1" dirty="0">
            <a:latin typeface="Posterama"/>
          </a:endParaRPr>
        </a:p>
      </dgm:t>
    </dgm:pt>
    <dgm:pt modelId="{4561432E-9482-4995-BD0C-0172111B5D3E}" type="parTrans" cxnId="{A40B9D8C-4AB9-4C80-8174-BDACF338D710}">
      <dgm:prSet/>
      <dgm:spPr/>
    </dgm:pt>
    <dgm:pt modelId="{34FEFD12-2C29-4F4C-88B6-ED2282950159}" type="sibTrans" cxnId="{A40B9D8C-4AB9-4C80-8174-BDACF338D710}">
      <dgm:prSet/>
      <dgm:spPr/>
    </dgm:pt>
    <dgm:pt modelId="{57298AE5-4B00-4B3A-A48C-029BD332B7DB}">
      <dgm:prSet phldr="0"/>
      <dgm:spPr/>
      <dgm:t>
        <a:bodyPr/>
        <a:lstStyle/>
        <a:p>
          <a:pPr rtl="0"/>
          <a:r>
            <a:rPr lang="en-US" b="1" dirty="0"/>
            <a:t>Anomaly Detection</a:t>
          </a:r>
          <a:endParaRPr lang="en-US" b="1" dirty="0">
            <a:latin typeface="Posterama"/>
          </a:endParaRPr>
        </a:p>
      </dgm:t>
    </dgm:pt>
    <dgm:pt modelId="{F53AD557-6F72-4C44-89B3-982BB4503092}" type="parTrans" cxnId="{9C1B69EB-9985-4369-811E-5C3F8E6AB9FE}">
      <dgm:prSet/>
      <dgm:spPr/>
    </dgm:pt>
    <dgm:pt modelId="{0B93C6C7-9A92-4569-B94B-82FF3BBC5ADA}" type="sibTrans" cxnId="{9C1B69EB-9985-4369-811E-5C3F8E6AB9FE}">
      <dgm:prSet/>
      <dgm:spPr/>
    </dgm:pt>
    <dgm:pt modelId="{4BF5528D-8C46-4EEF-8378-0CD6F1B0F2BB}">
      <dgm:prSet phldr="0"/>
      <dgm:spPr/>
      <dgm:t>
        <a:bodyPr/>
        <a:lstStyle/>
        <a:p>
          <a:pPr rtl="0"/>
          <a:r>
            <a:rPr lang="en-US" b="0" dirty="0"/>
            <a:t>Kalman Filter for location interpolation (500m accuracy).</a:t>
          </a:r>
          <a:endParaRPr lang="en-US" b="1" dirty="0">
            <a:latin typeface="Posterama"/>
          </a:endParaRPr>
        </a:p>
      </dgm:t>
    </dgm:pt>
    <dgm:pt modelId="{839FB032-7D06-4359-8C0E-C3543C703169}" type="parTrans" cxnId="{141E22C8-5E3F-4CD6-B5C1-0D31C66E7065}">
      <dgm:prSet/>
      <dgm:spPr/>
    </dgm:pt>
    <dgm:pt modelId="{2BA26D46-65A5-4348-9789-01EAB915400D}" type="sibTrans" cxnId="{141E22C8-5E3F-4CD6-B5C1-0D31C66E7065}">
      <dgm:prSet/>
      <dgm:spPr/>
    </dgm:pt>
    <dgm:pt modelId="{ADB15DBE-8DCB-443D-A6C7-5E9A71EBB0CA}">
      <dgm:prSet phldr="0"/>
      <dgm:spPr/>
      <dgm:t>
        <a:bodyPr/>
        <a:lstStyle/>
        <a:p>
          <a:pPr rtl="0"/>
          <a:r>
            <a:rPr lang="en-US" b="1" dirty="0"/>
            <a:t>Predictive Tracking</a:t>
          </a:r>
          <a:endParaRPr lang="en-US" b="1" dirty="0">
            <a:latin typeface="Posterama"/>
          </a:endParaRPr>
        </a:p>
      </dgm:t>
    </dgm:pt>
    <dgm:pt modelId="{DA1B307E-8B7D-4816-B4E1-A9CA75FACB07}" type="parTrans" cxnId="{95EB13A2-8142-4752-8565-5A0E85F55355}">
      <dgm:prSet/>
      <dgm:spPr/>
    </dgm:pt>
    <dgm:pt modelId="{43A2D7B3-1702-4FBB-996E-195396368BFB}" type="sibTrans" cxnId="{95EB13A2-8142-4752-8565-5A0E85F55355}">
      <dgm:prSet/>
      <dgm:spPr/>
    </dgm:pt>
    <dgm:pt modelId="{06261ABD-317E-4C29-9C67-F863A4A825BB}" type="pres">
      <dgm:prSet presAssocID="{E79D1D01-5DDF-43E5-9414-F670F02FC35B}" presName="Name0" presStyleCnt="0">
        <dgm:presLayoutVars>
          <dgm:animLvl val="lvl"/>
          <dgm:resizeHandles val="exact"/>
        </dgm:presLayoutVars>
      </dgm:prSet>
      <dgm:spPr/>
    </dgm:pt>
    <dgm:pt modelId="{C8D0C127-C937-4A2F-9ED5-382CB36897D3}" type="pres">
      <dgm:prSet presAssocID="{5235D572-5F3A-46FA-B3B2-416533F89948}" presName="composite" presStyleCnt="0"/>
      <dgm:spPr/>
    </dgm:pt>
    <dgm:pt modelId="{0DB7D0FF-FA86-4624-8CFC-29E53BA7ADF3}" type="pres">
      <dgm:prSet presAssocID="{5235D572-5F3A-46FA-B3B2-416533F89948}" presName="L" presStyleLbl="solidFgAcc1" presStyleIdx="0" presStyleCnt="5">
        <dgm:presLayoutVars>
          <dgm:chMax val="0"/>
          <dgm:chPref val="0"/>
        </dgm:presLayoutVars>
      </dgm:prSet>
      <dgm:spPr/>
    </dgm:pt>
    <dgm:pt modelId="{55971E2F-D7F7-46A4-96D7-423B5E2781AA}" type="pres">
      <dgm:prSet presAssocID="{5235D572-5F3A-46FA-B3B2-416533F8994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5A629D3-019D-4873-8E62-7357BEFA039B}" type="pres">
      <dgm:prSet presAssocID="{5235D572-5F3A-46FA-B3B2-416533F89948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B6422737-5DB5-452F-ADF8-899B10AFA0DD}" type="pres">
      <dgm:prSet presAssocID="{5235D572-5F3A-46FA-B3B2-416533F89948}" presName="EmptyPlaceHolder" presStyleCnt="0"/>
      <dgm:spPr/>
    </dgm:pt>
    <dgm:pt modelId="{236B77C1-A6C1-4A70-93A3-9273DA320BF1}" type="pres">
      <dgm:prSet presAssocID="{96428B2D-8DF2-43C6-9CA0-3A13CC597004}" presName="space" presStyleCnt="0"/>
      <dgm:spPr/>
    </dgm:pt>
    <dgm:pt modelId="{9C4921D5-C46D-4639-B07A-048C7E2BC6E5}" type="pres">
      <dgm:prSet presAssocID="{06F271FC-189D-45FE-B2F5-A6B6BB3BE5AA}" presName="composite" presStyleCnt="0"/>
      <dgm:spPr/>
    </dgm:pt>
    <dgm:pt modelId="{C7EB3A87-F8E1-4A02-8F7E-FB4E3FE3C5DF}" type="pres">
      <dgm:prSet presAssocID="{06F271FC-189D-45FE-B2F5-A6B6BB3BE5AA}" presName="L" presStyleLbl="solidFgAcc1" presStyleIdx="1" presStyleCnt="5">
        <dgm:presLayoutVars>
          <dgm:chMax val="0"/>
          <dgm:chPref val="0"/>
        </dgm:presLayoutVars>
      </dgm:prSet>
      <dgm:spPr/>
    </dgm:pt>
    <dgm:pt modelId="{3B989E46-A736-4B8D-B64C-24EFF51E9C75}" type="pres">
      <dgm:prSet presAssocID="{06F271FC-189D-45FE-B2F5-A6B6BB3BE5A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ADB931D-9CF1-4F47-84AB-D7112FDABF8E}" type="pres">
      <dgm:prSet presAssocID="{06F271FC-189D-45FE-B2F5-A6B6BB3BE5AA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490928B7-0E06-41EC-A322-E318CA2D8F04}" type="pres">
      <dgm:prSet presAssocID="{06F271FC-189D-45FE-B2F5-A6B6BB3BE5AA}" presName="EmptyPlaceHolder" presStyleCnt="0"/>
      <dgm:spPr/>
    </dgm:pt>
    <dgm:pt modelId="{8F948ACA-EF69-40A2-9F14-C209FAF99BAD}" type="pres">
      <dgm:prSet presAssocID="{DA0F5892-400C-4280-A5BC-D04459A97F12}" presName="space" presStyleCnt="0"/>
      <dgm:spPr/>
    </dgm:pt>
    <dgm:pt modelId="{21D055C2-E65D-4158-8885-0740171125C9}" type="pres">
      <dgm:prSet presAssocID="{D664C508-2DDB-49B8-91BD-6F420132A7ED}" presName="composite" presStyleCnt="0"/>
      <dgm:spPr/>
    </dgm:pt>
    <dgm:pt modelId="{19D13DB8-19D1-4876-8787-4691021C6352}" type="pres">
      <dgm:prSet presAssocID="{D664C508-2DDB-49B8-91BD-6F420132A7ED}" presName="L" presStyleLbl="solidFgAcc1" presStyleIdx="2" presStyleCnt="5">
        <dgm:presLayoutVars>
          <dgm:chMax val="0"/>
          <dgm:chPref val="0"/>
        </dgm:presLayoutVars>
      </dgm:prSet>
      <dgm:spPr/>
    </dgm:pt>
    <dgm:pt modelId="{A8559C7B-0283-4493-8973-48281FC8794D}" type="pres">
      <dgm:prSet presAssocID="{D664C508-2DDB-49B8-91BD-6F420132A7E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C72A7B36-4EF6-4681-A802-DBC7A946D806}" type="pres">
      <dgm:prSet presAssocID="{D664C508-2DDB-49B8-91BD-6F420132A7ED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6EFBEB-7FFD-46B5-9827-5F0578D273E8}" type="pres">
      <dgm:prSet presAssocID="{D664C508-2DDB-49B8-91BD-6F420132A7ED}" presName="EmptyPlaceHolder" presStyleCnt="0"/>
      <dgm:spPr/>
    </dgm:pt>
    <dgm:pt modelId="{40F47571-E027-478C-A0F5-1825C673D5C5}" type="pres">
      <dgm:prSet presAssocID="{763CE531-8392-4E5F-8983-29A185DC910C}" presName="space" presStyleCnt="0"/>
      <dgm:spPr/>
    </dgm:pt>
    <dgm:pt modelId="{60ACB7AC-218D-4266-9569-EAC3C53EF2A9}" type="pres">
      <dgm:prSet presAssocID="{9C93668F-E765-46B6-BED4-7EC003EDAA38}" presName="composite" presStyleCnt="0"/>
      <dgm:spPr/>
    </dgm:pt>
    <dgm:pt modelId="{45B2B777-8365-4229-B8E5-CEEB27749E3D}" type="pres">
      <dgm:prSet presAssocID="{9C93668F-E765-46B6-BED4-7EC003EDAA38}" presName="L" presStyleLbl="solidFgAcc1" presStyleIdx="3" presStyleCnt="5">
        <dgm:presLayoutVars>
          <dgm:chMax val="0"/>
          <dgm:chPref val="0"/>
        </dgm:presLayoutVars>
      </dgm:prSet>
      <dgm:spPr/>
    </dgm:pt>
    <dgm:pt modelId="{8ABE2262-13C6-4C40-B0E9-C40EF7FB9C7B}" type="pres">
      <dgm:prSet presAssocID="{9C93668F-E765-46B6-BED4-7EC003EDAA3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9E9C7F9D-5B5C-4946-8558-4225ADF4A14A}" type="pres">
      <dgm:prSet presAssocID="{9C93668F-E765-46B6-BED4-7EC003EDAA38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0A06AC1C-883C-48C5-9508-3432547F2A3A}" type="pres">
      <dgm:prSet presAssocID="{9C93668F-E765-46B6-BED4-7EC003EDAA38}" presName="EmptyPlaceHolder" presStyleCnt="0"/>
      <dgm:spPr/>
    </dgm:pt>
    <dgm:pt modelId="{B64856D0-DAD9-423B-B210-B658D479347F}" type="pres">
      <dgm:prSet presAssocID="{34FEFD12-2C29-4F4C-88B6-ED2282950159}" presName="space" presStyleCnt="0"/>
      <dgm:spPr/>
    </dgm:pt>
    <dgm:pt modelId="{B95844AE-7D68-4094-80B5-D48705714DE5}" type="pres">
      <dgm:prSet presAssocID="{4BF5528D-8C46-4EEF-8378-0CD6F1B0F2BB}" presName="composite" presStyleCnt="0"/>
      <dgm:spPr/>
    </dgm:pt>
    <dgm:pt modelId="{51BDC843-FECB-417B-9F1B-C9B231449718}" type="pres">
      <dgm:prSet presAssocID="{4BF5528D-8C46-4EEF-8378-0CD6F1B0F2BB}" presName="L" presStyleLbl="solidFgAcc1" presStyleIdx="4" presStyleCnt="5">
        <dgm:presLayoutVars>
          <dgm:chMax val="0"/>
          <dgm:chPref val="0"/>
        </dgm:presLayoutVars>
      </dgm:prSet>
      <dgm:spPr/>
    </dgm:pt>
    <dgm:pt modelId="{343E8150-4993-4D12-B701-1928A25A8048}" type="pres">
      <dgm:prSet presAssocID="{4BF5528D-8C46-4EEF-8378-0CD6F1B0F2B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AC936FE7-88E3-4807-B5E2-582B93F7C7F8}" type="pres">
      <dgm:prSet presAssocID="{4BF5528D-8C46-4EEF-8378-0CD6F1B0F2BB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C028E10E-6EF1-4BA2-B412-F57818EDFFB1}" type="pres">
      <dgm:prSet presAssocID="{4BF5528D-8C46-4EEF-8378-0CD6F1B0F2BB}" presName="EmptyPlaceHolder" presStyleCnt="0"/>
      <dgm:spPr/>
    </dgm:pt>
  </dgm:ptLst>
  <dgm:cxnLst>
    <dgm:cxn modelId="{0664221A-C263-45E5-922E-F8988E01244F}" type="presOf" srcId="{9C93668F-E765-46B6-BED4-7EC003EDAA38}" destId="{8ABE2262-13C6-4C40-B0E9-C40EF7FB9C7B}" srcOrd="0" destOrd="0" presId="urn:microsoft.com/office/officeart/2016/7/layout/AccentHomeChevronProcess"/>
    <dgm:cxn modelId="{9BA7971C-B272-4C7E-B451-927CD9A24730}" type="presOf" srcId="{73A1FF05-61EF-488F-8A07-E4FAFB4E4950}" destId="{DADB931D-9CF1-4F47-84AB-D7112FDABF8E}" srcOrd="0" destOrd="0" presId="urn:microsoft.com/office/officeart/2016/7/layout/AccentHomeChevronProcess"/>
    <dgm:cxn modelId="{EBF40231-5015-4E39-BB06-47669D893F83}" srcId="{D664C508-2DDB-49B8-91BD-6F420132A7ED}" destId="{EDF6107E-8162-4FAD-8F7A-90EEE7FEDB6F}" srcOrd="0" destOrd="0" parTransId="{75CF05C6-7A5B-4891-9551-D8A2DBBBB989}" sibTransId="{014C1C51-0648-48A9-9154-5AB17A1FD0D5}"/>
    <dgm:cxn modelId="{B5C7DE35-3945-4CB2-B912-C671F2E9E9FE}" type="presOf" srcId="{4BF5528D-8C46-4EEF-8378-0CD6F1B0F2BB}" destId="{343E8150-4993-4D12-B701-1928A25A8048}" srcOrd="0" destOrd="0" presId="urn:microsoft.com/office/officeart/2016/7/layout/AccentHomeChevronProcess"/>
    <dgm:cxn modelId="{CF18EC37-DAE2-40AA-A989-280121E739C7}" srcId="{5235D572-5F3A-46FA-B3B2-416533F89948}" destId="{0F7809A2-4A80-4CF4-B0A4-7DC994630614}" srcOrd="0" destOrd="0" parTransId="{1538EC47-6C9E-4F9B-8F77-F2C5AA423B9A}" sibTransId="{A149E22E-56EC-4918-95CD-C93D7E190CAB}"/>
    <dgm:cxn modelId="{70BF8276-60A7-4F0E-A6A0-C33BC12753BB}" srcId="{06F271FC-189D-45FE-B2F5-A6B6BB3BE5AA}" destId="{73A1FF05-61EF-488F-8A07-E4FAFB4E4950}" srcOrd="0" destOrd="0" parTransId="{A6B3AE7A-1FB8-43CD-BC0B-7CBD03529013}" sibTransId="{8E643054-F0E1-4A02-9BF8-71F8169EFADC}"/>
    <dgm:cxn modelId="{A40B9D8C-4AB9-4C80-8174-BDACF338D710}" srcId="{E79D1D01-5DDF-43E5-9414-F670F02FC35B}" destId="{9C93668F-E765-46B6-BED4-7EC003EDAA38}" srcOrd="3" destOrd="0" parTransId="{4561432E-9482-4995-BD0C-0172111B5D3E}" sibTransId="{34FEFD12-2C29-4F4C-88B6-ED2282950159}"/>
    <dgm:cxn modelId="{38436597-65A7-4DD3-A2CD-2053013F8359}" type="presOf" srcId="{57298AE5-4B00-4B3A-A48C-029BD332B7DB}" destId="{9E9C7F9D-5B5C-4946-8558-4225ADF4A14A}" srcOrd="0" destOrd="0" presId="urn:microsoft.com/office/officeart/2016/7/layout/AccentHomeChevronProcess"/>
    <dgm:cxn modelId="{95EB13A2-8142-4752-8565-5A0E85F55355}" srcId="{4BF5528D-8C46-4EEF-8378-0CD6F1B0F2BB}" destId="{ADB15DBE-8DCB-443D-A6C7-5E9A71EBB0CA}" srcOrd="0" destOrd="0" parTransId="{DA1B307E-8B7D-4816-B4E1-A9CA75FACB07}" sibTransId="{43A2D7B3-1702-4FBB-996E-195396368BFB}"/>
    <dgm:cxn modelId="{7E92D3AD-4773-4076-BDF3-648FC072FC46}" type="presOf" srcId="{D664C508-2DDB-49B8-91BD-6F420132A7ED}" destId="{A8559C7B-0283-4493-8973-48281FC8794D}" srcOrd="0" destOrd="0" presId="urn:microsoft.com/office/officeart/2016/7/layout/AccentHomeChevronProcess"/>
    <dgm:cxn modelId="{8DC050AF-D2A4-4F5C-8B94-852ACBDB3B24}" type="presOf" srcId="{ADB15DBE-8DCB-443D-A6C7-5E9A71EBB0CA}" destId="{AC936FE7-88E3-4807-B5E2-582B93F7C7F8}" srcOrd="0" destOrd="0" presId="urn:microsoft.com/office/officeart/2016/7/layout/AccentHomeChevronProcess"/>
    <dgm:cxn modelId="{84A4F9C0-803A-41BC-8391-8625F5C94271}" type="presOf" srcId="{0F7809A2-4A80-4CF4-B0A4-7DC994630614}" destId="{D5A629D3-019D-4873-8E62-7357BEFA039B}" srcOrd="0" destOrd="0" presId="urn:microsoft.com/office/officeart/2016/7/layout/AccentHomeChevronProcess"/>
    <dgm:cxn modelId="{46CB55C1-FF2B-4685-A57B-3CAB8C5E7C6C}" type="presOf" srcId="{5235D572-5F3A-46FA-B3B2-416533F89948}" destId="{55971E2F-D7F7-46A4-96D7-423B5E2781AA}" srcOrd="0" destOrd="0" presId="urn:microsoft.com/office/officeart/2016/7/layout/AccentHomeChevronProcess"/>
    <dgm:cxn modelId="{141E22C8-5E3F-4CD6-B5C1-0D31C66E7065}" srcId="{E79D1D01-5DDF-43E5-9414-F670F02FC35B}" destId="{4BF5528D-8C46-4EEF-8378-0CD6F1B0F2BB}" srcOrd="4" destOrd="0" parTransId="{839FB032-7D06-4359-8C0E-C3543C703169}" sibTransId="{2BA26D46-65A5-4348-9789-01EAB915400D}"/>
    <dgm:cxn modelId="{5C3225CC-1BA6-4E78-A19E-B95015A60F6B}" type="presOf" srcId="{06F271FC-189D-45FE-B2F5-A6B6BB3BE5AA}" destId="{3B989E46-A736-4B8D-B64C-24EFF51E9C75}" srcOrd="0" destOrd="0" presId="urn:microsoft.com/office/officeart/2016/7/layout/AccentHomeChevronProcess"/>
    <dgm:cxn modelId="{2E3AE2D1-CFDD-48BA-B006-27347FE054CF}" srcId="{E79D1D01-5DDF-43E5-9414-F670F02FC35B}" destId="{D664C508-2DDB-49B8-91BD-6F420132A7ED}" srcOrd="2" destOrd="0" parTransId="{B416FF66-75CF-4DC4-A5F1-0B8B98CF3963}" sibTransId="{763CE531-8392-4E5F-8983-29A185DC910C}"/>
    <dgm:cxn modelId="{688B14D3-372F-439E-B7A7-873341B17427}" type="presOf" srcId="{E79D1D01-5DDF-43E5-9414-F670F02FC35B}" destId="{06261ABD-317E-4C29-9C67-F863A4A825BB}" srcOrd="0" destOrd="0" presId="urn:microsoft.com/office/officeart/2016/7/layout/AccentHomeChevronProcess"/>
    <dgm:cxn modelId="{028346E0-7C0D-4493-9EEC-64332A892044}" srcId="{E79D1D01-5DDF-43E5-9414-F670F02FC35B}" destId="{5235D572-5F3A-46FA-B3B2-416533F89948}" srcOrd="0" destOrd="0" parTransId="{054EEB9A-F406-42AC-A67E-EBF4A1B48F04}" sibTransId="{96428B2D-8DF2-43C6-9CA0-3A13CC597004}"/>
    <dgm:cxn modelId="{9C1B69EB-9985-4369-811E-5C3F8E6AB9FE}" srcId="{9C93668F-E765-46B6-BED4-7EC003EDAA38}" destId="{57298AE5-4B00-4B3A-A48C-029BD332B7DB}" srcOrd="0" destOrd="0" parTransId="{F53AD557-6F72-4C44-89B3-982BB4503092}" sibTransId="{0B93C6C7-9A92-4569-B94B-82FF3BBC5ADA}"/>
    <dgm:cxn modelId="{46A9C0EF-F10C-45D9-A1F5-D332C2AF894A}" type="presOf" srcId="{EDF6107E-8162-4FAD-8F7A-90EEE7FEDB6F}" destId="{C72A7B36-4EF6-4681-A802-DBC7A946D806}" srcOrd="0" destOrd="0" presId="urn:microsoft.com/office/officeart/2016/7/layout/AccentHomeChevronProcess"/>
    <dgm:cxn modelId="{8BECA4F3-EB94-4101-8FFC-858A2A29356F}" srcId="{E79D1D01-5DDF-43E5-9414-F670F02FC35B}" destId="{06F271FC-189D-45FE-B2F5-A6B6BB3BE5AA}" srcOrd="1" destOrd="0" parTransId="{02051449-5C0A-4872-A6EB-F4E60DA0445A}" sibTransId="{DA0F5892-400C-4280-A5BC-D04459A97F12}"/>
    <dgm:cxn modelId="{9EB55408-0E66-4ED2-9E4D-38D23919472B}" type="presParOf" srcId="{06261ABD-317E-4C29-9C67-F863A4A825BB}" destId="{C8D0C127-C937-4A2F-9ED5-382CB36897D3}" srcOrd="0" destOrd="0" presId="urn:microsoft.com/office/officeart/2016/7/layout/AccentHomeChevronProcess"/>
    <dgm:cxn modelId="{DF894B81-4515-40D1-9071-FAD221277EBF}" type="presParOf" srcId="{C8D0C127-C937-4A2F-9ED5-382CB36897D3}" destId="{0DB7D0FF-FA86-4624-8CFC-29E53BA7ADF3}" srcOrd="0" destOrd="0" presId="urn:microsoft.com/office/officeart/2016/7/layout/AccentHomeChevronProcess"/>
    <dgm:cxn modelId="{E00749D0-837E-44CF-94D0-31CED271C70C}" type="presParOf" srcId="{C8D0C127-C937-4A2F-9ED5-382CB36897D3}" destId="{55971E2F-D7F7-46A4-96D7-423B5E2781AA}" srcOrd="1" destOrd="0" presId="urn:microsoft.com/office/officeart/2016/7/layout/AccentHomeChevronProcess"/>
    <dgm:cxn modelId="{C06F00CD-0A45-4BDD-8344-9CAE8BBF2CCA}" type="presParOf" srcId="{C8D0C127-C937-4A2F-9ED5-382CB36897D3}" destId="{D5A629D3-019D-4873-8E62-7357BEFA039B}" srcOrd="2" destOrd="0" presId="urn:microsoft.com/office/officeart/2016/7/layout/AccentHomeChevronProcess"/>
    <dgm:cxn modelId="{D1CE0740-4852-4898-9E24-2C183417DC2D}" type="presParOf" srcId="{C8D0C127-C937-4A2F-9ED5-382CB36897D3}" destId="{B6422737-5DB5-452F-ADF8-899B10AFA0DD}" srcOrd="3" destOrd="0" presId="urn:microsoft.com/office/officeart/2016/7/layout/AccentHomeChevronProcess"/>
    <dgm:cxn modelId="{52EE693E-22A9-4E4F-AED5-F822CA95FB99}" type="presParOf" srcId="{06261ABD-317E-4C29-9C67-F863A4A825BB}" destId="{236B77C1-A6C1-4A70-93A3-9273DA320BF1}" srcOrd="1" destOrd="0" presId="urn:microsoft.com/office/officeart/2016/7/layout/AccentHomeChevronProcess"/>
    <dgm:cxn modelId="{A106ECAA-3182-48B3-AF0B-39E3D6BA8789}" type="presParOf" srcId="{06261ABD-317E-4C29-9C67-F863A4A825BB}" destId="{9C4921D5-C46D-4639-B07A-048C7E2BC6E5}" srcOrd="2" destOrd="0" presId="urn:microsoft.com/office/officeart/2016/7/layout/AccentHomeChevronProcess"/>
    <dgm:cxn modelId="{844BCDDA-0FD0-415C-9363-E77B1FF0261B}" type="presParOf" srcId="{9C4921D5-C46D-4639-B07A-048C7E2BC6E5}" destId="{C7EB3A87-F8E1-4A02-8F7E-FB4E3FE3C5DF}" srcOrd="0" destOrd="0" presId="urn:microsoft.com/office/officeart/2016/7/layout/AccentHomeChevronProcess"/>
    <dgm:cxn modelId="{31F212A3-94AE-4013-B11B-C2CAB8D55428}" type="presParOf" srcId="{9C4921D5-C46D-4639-B07A-048C7E2BC6E5}" destId="{3B989E46-A736-4B8D-B64C-24EFF51E9C75}" srcOrd="1" destOrd="0" presId="urn:microsoft.com/office/officeart/2016/7/layout/AccentHomeChevronProcess"/>
    <dgm:cxn modelId="{8C84A0F3-7BF4-4F79-8E9F-1797E277EF8E}" type="presParOf" srcId="{9C4921D5-C46D-4639-B07A-048C7E2BC6E5}" destId="{DADB931D-9CF1-4F47-84AB-D7112FDABF8E}" srcOrd="2" destOrd="0" presId="urn:microsoft.com/office/officeart/2016/7/layout/AccentHomeChevronProcess"/>
    <dgm:cxn modelId="{8075E257-EA37-4AE2-9DFC-7007CF2B7222}" type="presParOf" srcId="{9C4921D5-C46D-4639-B07A-048C7E2BC6E5}" destId="{490928B7-0E06-41EC-A322-E318CA2D8F04}" srcOrd="3" destOrd="0" presId="urn:microsoft.com/office/officeart/2016/7/layout/AccentHomeChevronProcess"/>
    <dgm:cxn modelId="{C2441FA1-749C-47A0-8A33-87536E92D2C1}" type="presParOf" srcId="{06261ABD-317E-4C29-9C67-F863A4A825BB}" destId="{8F948ACA-EF69-40A2-9F14-C209FAF99BAD}" srcOrd="3" destOrd="0" presId="urn:microsoft.com/office/officeart/2016/7/layout/AccentHomeChevronProcess"/>
    <dgm:cxn modelId="{5CCBEC65-0761-4AC8-AB68-F58D92F5DC4F}" type="presParOf" srcId="{06261ABD-317E-4C29-9C67-F863A4A825BB}" destId="{21D055C2-E65D-4158-8885-0740171125C9}" srcOrd="4" destOrd="0" presId="urn:microsoft.com/office/officeart/2016/7/layout/AccentHomeChevronProcess"/>
    <dgm:cxn modelId="{F67E1959-3ECE-4A31-9FC9-0671774E99F2}" type="presParOf" srcId="{21D055C2-E65D-4158-8885-0740171125C9}" destId="{19D13DB8-19D1-4876-8787-4691021C6352}" srcOrd="0" destOrd="0" presId="urn:microsoft.com/office/officeart/2016/7/layout/AccentHomeChevronProcess"/>
    <dgm:cxn modelId="{0D0CCFCC-5422-40BB-8719-1252CE9D2163}" type="presParOf" srcId="{21D055C2-E65D-4158-8885-0740171125C9}" destId="{A8559C7B-0283-4493-8973-48281FC8794D}" srcOrd="1" destOrd="0" presId="urn:microsoft.com/office/officeart/2016/7/layout/AccentHomeChevronProcess"/>
    <dgm:cxn modelId="{EC12E576-7D46-425C-A3E9-60959D2C597B}" type="presParOf" srcId="{21D055C2-E65D-4158-8885-0740171125C9}" destId="{C72A7B36-4EF6-4681-A802-DBC7A946D806}" srcOrd="2" destOrd="0" presId="urn:microsoft.com/office/officeart/2016/7/layout/AccentHomeChevronProcess"/>
    <dgm:cxn modelId="{7C18F3FC-9C94-480D-94C1-31F9A32AB6E2}" type="presParOf" srcId="{21D055C2-E65D-4158-8885-0740171125C9}" destId="{F66EFBEB-7FFD-46B5-9827-5F0578D273E8}" srcOrd="3" destOrd="0" presId="urn:microsoft.com/office/officeart/2016/7/layout/AccentHomeChevronProcess"/>
    <dgm:cxn modelId="{0285175B-374F-4A8C-A6C6-B7B7D0E78560}" type="presParOf" srcId="{06261ABD-317E-4C29-9C67-F863A4A825BB}" destId="{40F47571-E027-478C-A0F5-1825C673D5C5}" srcOrd="5" destOrd="0" presId="urn:microsoft.com/office/officeart/2016/7/layout/AccentHomeChevronProcess"/>
    <dgm:cxn modelId="{B3077E34-F42D-4E2B-8824-1CEF08112606}" type="presParOf" srcId="{06261ABD-317E-4C29-9C67-F863A4A825BB}" destId="{60ACB7AC-218D-4266-9569-EAC3C53EF2A9}" srcOrd="6" destOrd="0" presId="urn:microsoft.com/office/officeart/2016/7/layout/AccentHomeChevronProcess"/>
    <dgm:cxn modelId="{8F49A3F4-A4CA-41FB-94EB-BD78FE784172}" type="presParOf" srcId="{60ACB7AC-218D-4266-9569-EAC3C53EF2A9}" destId="{45B2B777-8365-4229-B8E5-CEEB27749E3D}" srcOrd="0" destOrd="0" presId="urn:microsoft.com/office/officeart/2016/7/layout/AccentHomeChevronProcess"/>
    <dgm:cxn modelId="{C4F8EBEE-0C4A-4E48-8495-7A92BD242B61}" type="presParOf" srcId="{60ACB7AC-218D-4266-9569-EAC3C53EF2A9}" destId="{8ABE2262-13C6-4C40-B0E9-C40EF7FB9C7B}" srcOrd="1" destOrd="0" presId="urn:microsoft.com/office/officeart/2016/7/layout/AccentHomeChevronProcess"/>
    <dgm:cxn modelId="{D061CB8D-2BED-4728-B607-0236A9594CE0}" type="presParOf" srcId="{60ACB7AC-218D-4266-9569-EAC3C53EF2A9}" destId="{9E9C7F9D-5B5C-4946-8558-4225ADF4A14A}" srcOrd="2" destOrd="0" presId="urn:microsoft.com/office/officeart/2016/7/layout/AccentHomeChevronProcess"/>
    <dgm:cxn modelId="{1B21A597-D453-4B49-B1E2-FFAD2535D550}" type="presParOf" srcId="{60ACB7AC-218D-4266-9569-EAC3C53EF2A9}" destId="{0A06AC1C-883C-48C5-9508-3432547F2A3A}" srcOrd="3" destOrd="0" presId="urn:microsoft.com/office/officeart/2016/7/layout/AccentHomeChevronProcess"/>
    <dgm:cxn modelId="{7870435C-C8C0-46B1-8866-87E18EFFF51E}" type="presParOf" srcId="{06261ABD-317E-4C29-9C67-F863A4A825BB}" destId="{B64856D0-DAD9-423B-B210-B658D479347F}" srcOrd="7" destOrd="0" presId="urn:microsoft.com/office/officeart/2016/7/layout/AccentHomeChevronProcess"/>
    <dgm:cxn modelId="{7D134234-B247-4646-B37A-2CACA3EEE08A}" type="presParOf" srcId="{06261ABD-317E-4C29-9C67-F863A4A825BB}" destId="{B95844AE-7D68-4094-80B5-D48705714DE5}" srcOrd="8" destOrd="0" presId="urn:microsoft.com/office/officeart/2016/7/layout/AccentHomeChevronProcess"/>
    <dgm:cxn modelId="{8EBC0243-D3D8-4E0C-8CEA-8A336790660E}" type="presParOf" srcId="{B95844AE-7D68-4094-80B5-D48705714DE5}" destId="{51BDC843-FECB-417B-9F1B-C9B231449718}" srcOrd="0" destOrd="0" presId="urn:microsoft.com/office/officeart/2016/7/layout/AccentHomeChevronProcess"/>
    <dgm:cxn modelId="{3F7048B3-F4A2-4655-8D5F-99852FBC4E0F}" type="presParOf" srcId="{B95844AE-7D68-4094-80B5-D48705714DE5}" destId="{343E8150-4993-4D12-B701-1928A25A8048}" srcOrd="1" destOrd="0" presId="urn:microsoft.com/office/officeart/2016/7/layout/AccentHomeChevronProcess"/>
    <dgm:cxn modelId="{7EA0CE23-399E-4205-A130-335C8088281D}" type="presParOf" srcId="{B95844AE-7D68-4094-80B5-D48705714DE5}" destId="{AC936FE7-88E3-4807-B5E2-582B93F7C7F8}" srcOrd="2" destOrd="0" presId="urn:microsoft.com/office/officeart/2016/7/layout/AccentHomeChevronProcess"/>
    <dgm:cxn modelId="{668C953C-481A-4C64-82EF-4667A8205643}" type="presParOf" srcId="{B95844AE-7D68-4094-80B5-D48705714DE5}" destId="{C028E10E-6EF1-4BA2-B412-F57818EDFFB1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F19D0D-25C5-4BF7-B9E7-55954B58EF1D}" type="doc">
      <dgm:prSet loTypeId="urn:microsoft.com/office/officeart/2005/8/layout/hList6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AF73CE-EDDB-4CA3-BE19-C389CCC73652}">
      <dgm:prSet phldrT="[Text]" phldr="0"/>
      <dgm:spPr/>
      <dgm:t>
        <a:bodyPr/>
        <a:lstStyle/>
        <a:p>
          <a:pPr rtl="0"/>
          <a:r>
            <a:rPr lang="en-US" b="1" dirty="0"/>
            <a:t>Data Cleaning</a:t>
          </a:r>
          <a:endParaRPr lang="en-US" dirty="0"/>
        </a:p>
      </dgm:t>
    </dgm:pt>
    <dgm:pt modelId="{2787B982-BF21-4A7E-8C30-698B16CCF120}" type="parTrans" cxnId="{4D6F00B5-2769-4D32-834C-54C802E8784D}">
      <dgm:prSet/>
      <dgm:spPr/>
      <dgm:t>
        <a:bodyPr/>
        <a:lstStyle/>
        <a:p>
          <a:endParaRPr lang="en-US"/>
        </a:p>
      </dgm:t>
    </dgm:pt>
    <dgm:pt modelId="{1E267970-A340-438A-B783-9CA3346E1A5F}" type="sibTrans" cxnId="{4D6F00B5-2769-4D32-834C-54C802E8784D}">
      <dgm:prSet/>
      <dgm:spPr/>
      <dgm:t>
        <a:bodyPr/>
        <a:lstStyle/>
        <a:p>
          <a:endParaRPr lang="en-US"/>
        </a:p>
      </dgm:t>
    </dgm:pt>
    <dgm:pt modelId="{3A68E53B-BD9E-4522-A8F1-96A2C42729A8}">
      <dgm:prSet phldrT="[Text]" phldr="0"/>
      <dgm:spPr/>
      <dgm:t>
        <a:bodyPr/>
        <a:lstStyle/>
        <a:p>
          <a:pPr rtl="0"/>
          <a:r>
            <a:rPr lang="en-US" dirty="0"/>
            <a:t>Remove duplicates (5% of data) and fill missing timestamps.</a:t>
          </a:r>
        </a:p>
      </dgm:t>
    </dgm:pt>
    <dgm:pt modelId="{A31B3590-9905-48F8-A86C-C0116810FDA7}" type="parTrans" cxnId="{63558468-7272-48A1-ACDB-19BCA611E8D1}">
      <dgm:prSet/>
      <dgm:spPr/>
      <dgm:t>
        <a:bodyPr/>
        <a:lstStyle/>
        <a:p>
          <a:endParaRPr lang="en-US"/>
        </a:p>
      </dgm:t>
    </dgm:pt>
    <dgm:pt modelId="{CBFA68CE-6771-4640-87AD-17FA371ACFE1}" type="sibTrans" cxnId="{63558468-7272-48A1-ACDB-19BCA611E8D1}">
      <dgm:prSet/>
      <dgm:spPr/>
      <dgm:t>
        <a:bodyPr/>
        <a:lstStyle/>
        <a:p>
          <a:endParaRPr lang="en-US"/>
        </a:p>
      </dgm:t>
    </dgm:pt>
    <dgm:pt modelId="{8E7F6586-63E5-4E18-B6A7-E501871476A5}">
      <dgm:prSet phldrT="[Text]" phldr="0"/>
      <dgm:spPr/>
      <dgm:t>
        <a:bodyPr/>
        <a:lstStyle/>
        <a:p>
          <a:r>
            <a:rPr lang="en-US" b="1" dirty="0">
              <a:latin typeface="Posterama"/>
            </a:rPr>
            <a:t>Speed</a:t>
          </a:r>
          <a:endParaRPr lang="en-US" b="1" dirty="0"/>
        </a:p>
      </dgm:t>
    </dgm:pt>
    <dgm:pt modelId="{B15AC238-9A03-4975-831C-0014E4E865CC}" type="parTrans" cxnId="{62A06FE8-B3E6-4F39-B2BE-2D79FB07F47B}">
      <dgm:prSet/>
      <dgm:spPr/>
      <dgm:t>
        <a:bodyPr/>
        <a:lstStyle/>
        <a:p>
          <a:endParaRPr lang="en-US"/>
        </a:p>
      </dgm:t>
    </dgm:pt>
    <dgm:pt modelId="{5F52D1FF-4B1D-412B-BDBD-7DD0E1F2F907}" type="sibTrans" cxnId="{62A06FE8-B3E6-4F39-B2BE-2D79FB07F47B}">
      <dgm:prSet/>
      <dgm:spPr/>
      <dgm:t>
        <a:bodyPr/>
        <a:lstStyle/>
        <a:p>
          <a:endParaRPr lang="en-US"/>
        </a:p>
      </dgm:t>
    </dgm:pt>
    <dgm:pt modelId="{F8301883-6AC0-48EA-B1FD-D112A6563623}">
      <dgm:prSet phldrT="[Text]" phldr="0"/>
      <dgm:spPr/>
      <dgm:t>
        <a:bodyPr/>
        <a:lstStyle/>
        <a:p>
          <a:pPr rtl="0"/>
          <a:r>
            <a:rPr lang="en-US" b="0" dirty="0"/>
            <a:t>The speed of information is derived from the latitude/longitude and time, differentiating between stationary and moving pallets. Acceleration is the rate of change in speed, which is proportional to the mode of transport</a:t>
          </a:r>
          <a:r>
            <a:rPr lang="en-US" b="1" dirty="0">
              <a:latin typeface="Posterama"/>
            </a:rPr>
            <a:t>.</a:t>
          </a:r>
          <a:endParaRPr lang="en-US" b="1" dirty="0"/>
        </a:p>
      </dgm:t>
    </dgm:pt>
    <dgm:pt modelId="{E46A3A55-37EF-4A91-9650-D99F17A8219C}" type="parTrans" cxnId="{E91BBB5B-143A-48E1-8727-A2031C831FA7}">
      <dgm:prSet/>
      <dgm:spPr/>
      <dgm:t>
        <a:bodyPr/>
        <a:lstStyle/>
        <a:p>
          <a:endParaRPr lang="en-US"/>
        </a:p>
      </dgm:t>
    </dgm:pt>
    <dgm:pt modelId="{B548191A-2243-4A11-B83B-1734CBC0BA7C}" type="sibTrans" cxnId="{E91BBB5B-143A-48E1-8727-A2031C831FA7}">
      <dgm:prSet/>
      <dgm:spPr/>
      <dgm:t>
        <a:bodyPr/>
        <a:lstStyle/>
        <a:p>
          <a:endParaRPr lang="en-US"/>
        </a:p>
      </dgm:t>
    </dgm:pt>
    <dgm:pt modelId="{6094FEED-2B2A-40EC-A67C-27B94D7AD0F7}">
      <dgm:prSet phldrT="[Text]" phldr="0"/>
      <dgm:spPr/>
      <dgm:t>
        <a:bodyPr/>
        <a:lstStyle/>
        <a:p>
          <a:pPr rtl="0"/>
          <a:r>
            <a:rPr lang="en-US" b="1" dirty="0"/>
            <a:t>Mapping to Routes</a:t>
          </a:r>
          <a:endParaRPr lang="en-US" dirty="0"/>
        </a:p>
      </dgm:t>
    </dgm:pt>
    <dgm:pt modelId="{33BA187F-305F-425A-BB08-EB44FE8DB0CD}" type="parTrans" cxnId="{6D5ADD15-0D75-4E49-B913-D72890213DB7}">
      <dgm:prSet/>
      <dgm:spPr/>
      <dgm:t>
        <a:bodyPr/>
        <a:lstStyle/>
        <a:p>
          <a:endParaRPr lang="en-US"/>
        </a:p>
      </dgm:t>
    </dgm:pt>
    <dgm:pt modelId="{87DD4EC2-7A51-401B-958F-0789B39FB040}" type="sibTrans" cxnId="{6D5ADD15-0D75-4E49-B913-D72890213DB7}">
      <dgm:prSet/>
      <dgm:spPr/>
      <dgm:t>
        <a:bodyPr/>
        <a:lstStyle/>
        <a:p>
          <a:endParaRPr lang="en-US"/>
        </a:p>
      </dgm:t>
    </dgm:pt>
    <dgm:pt modelId="{32D7D00B-AC7F-4244-BC13-965A5D438B18}">
      <dgm:prSet phldrT="[Text]" phldr="0"/>
      <dgm:spPr/>
      <dgm:t>
        <a:bodyPr/>
        <a:lstStyle/>
        <a:p>
          <a:pPr rtl="0"/>
          <a:r>
            <a:rPr lang="en-US" dirty="0"/>
            <a:t>Assign pallets to historical routes using Haversine distance (1 km threshold).</a:t>
          </a:r>
        </a:p>
      </dgm:t>
    </dgm:pt>
    <dgm:pt modelId="{914D8D12-47EC-47FC-8109-7711F984E498}" type="parTrans" cxnId="{B93A47E3-66AA-4A30-ACB8-D180225D8779}">
      <dgm:prSet/>
      <dgm:spPr/>
      <dgm:t>
        <a:bodyPr/>
        <a:lstStyle/>
        <a:p>
          <a:endParaRPr lang="en-US"/>
        </a:p>
      </dgm:t>
    </dgm:pt>
    <dgm:pt modelId="{C08A3ED6-A140-47F3-9BCA-EB5003F2B6FF}" type="sibTrans" cxnId="{B93A47E3-66AA-4A30-ACB8-D180225D8779}">
      <dgm:prSet/>
      <dgm:spPr/>
      <dgm:t>
        <a:bodyPr/>
        <a:lstStyle/>
        <a:p>
          <a:endParaRPr lang="en-US"/>
        </a:p>
      </dgm:t>
    </dgm:pt>
    <dgm:pt modelId="{EDBCFB4B-0B76-4A51-9474-6CFEF9D7D980}" type="pres">
      <dgm:prSet presAssocID="{87F19D0D-25C5-4BF7-B9E7-55954B58EF1D}" presName="Name0" presStyleCnt="0">
        <dgm:presLayoutVars>
          <dgm:dir/>
          <dgm:resizeHandles val="exact"/>
        </dgm:presLayoutVars>
      </dgm:prSet>
      <dgm:spPr/>
    </dgm:pt>
    <dgm:pt modelId="{4F158A19-6035-47A0-A1D1-7315BBA2CCAD}" type="pres">
      <dgm:prSet presAssocID="{8DAF73CE-EDDB-4CA3-BE19-C389CCC73652}" presName="node" presStyleLbl="node1" presStyleIdx="0" presStyleCnt="3">
        <dgm:presLayoutVars>
          <dgm:bulletEnabled val="1"/>
        </dgm:presLayoutVars>
      </dgm:prSet>
      <dgm:spPr/>
    </dgm:pt>
    <dgm:pt modelId="{129DD3A6-6FC3-46D0-A689-F8742DCA4E94}" type="pres">
      <dgm:prSet presAssocID="{1E267970-A340-438A-B783-9CA3346E1A5F}" presName="sibTrans" presStyleCnt="0"/>
      <dgm:spPr/>
    </dgm:pt>
    <dgm:pt modelId="{EE454720-F4AE-4D26-AAF2-FB2AE6A703F1}" type="pres">
      <dgm:prSet presAssocID="{8E7F6586-63E5-4E18-B6A7-E501871476A5}" presName="node" presStyleLbl="node1" presStyleIdx="1" presStyleCnt="3">
        <dgm:presLayoutVars>
          <dgm:bulletEnabled val="1"/>
        </dgm:presLayoutVars>
      </dgm:prSet>
      <dgm:spPr/>
    </dgm:pt>
    <dgm:pt modelId="{EFA77C4B-1ED7-4381-A626-60201CA46AD2}" type="pres">
      <dgm:prSet presAssocID="{5F52D1FF-4B1D-412B-BDBD-7DD0E1F2F907}" presName="sibTrans" presStyleCnt="0"/>
      <dgm:spPr/>
    </dgm:pt>
    <dgm:pt modelId="{F9581632-F870-4B1D-9559-B8BCE6513178}" type="pres">
      <dgm:prSet presAssocID="{6094FEED-2B2A-40EC-A67C-27B94D7AD0F7}" presName="node" presStyleLbl="node1" presStyleIdx="2" presStyleCnt="3">
        <dgm:presLayoutVars>
          <dgm:bulletEnabled val="1"/>
        </dgm:presLayoutVars>
      </dgm:prSet>
      <dgm:spPr/>
    </dgm:pt>
  </dgm:ptLst>
  <dgm:cxnLst>
    <dgm:cxn modelId="{DD35F003-0F8E-4A7C-BBD1-81A06E0D741B}" type="presOf" srcId="{8E7F6586-63E5-4E18-B6A7-E501871476A5}" destId="{EE454720-F4AE-4D26-AAF2-FB2AE6A703F1}" srcOrd="0" destOrd="0" presId="urn:microsoft.com/office/officeart/2005/8/layout/hList6"/>
    <dgm:cxn modelId="{79E40108-F217-4A7B-91F3-A8F50BEA6C5E}" type="presOf" srcId="{6094FEED-2B2A-40EC-A67C-27B94D7AD0F7}" destId="{F9581632-F870-4B1D-9559-B8BCE6513178}" srcOrd="0" destOrd="0" presId="urn:microsoft.com/office/officeart/2005/8/layout/hList6"/>
    <dgm:cxn modelId="{3209D010-C8DF-423B-A30E-5AEF470D0DB1}" type="presOf" srcId="{8DAF73CE-EDDB-4CA3-BE19-C389CCC73652}" destId="{4F158A19-6035-47A0-A1D1-7315BBA2CCAD}" srcOrd="0" destOrd="0" presId="urn:microsoft.com/office/officeart/2005/8/layout/hList6"/>
    <dgm:cxn modelId="{6D5ADD15-0D75-4E49-B913-D72890213DB7}" srcId="{87F19D0D-25C5-4BF7-B9E7-55954B58EF1D}" destId="{6094FEED-2B2A-40EC-A67C-27B94D7AD0F7}" srcOrd="2" destOrd="0" parTransId="{33BA187F-305F-425A-BB08-EB44FE8DB0CD}" sibTransId="{87DD4EC2-7A51-401B-958F-0789B39FB040}"/>
    <dgm:cxn modelId="{8F90411C-A155-421B-AFC6-6F2D145FDE9D}" type="presOf" srcId="{32D7D00B-AC7F-4244-BC13-965A5D438B18}" destId="{F9581632-F870-4B1D-9559-B8BCE6513178}" srcOrd="0" destOrd="1" presId="urn:microsoft.com/office/officeart/2005/8/layout/hList6"/>
    <dgm:cxn modelId="{FCDABD3B-E279-4882-B545-E2253F7FC049}" type="presOf" srcId="{87F19D0D-25C5-4BF7-B9E7-55954B58EF1D}" destId="{EDBCFB4B-0B76-4A51-9474-6CFEF9D7D980}" srcOrd="0" destOrd="0" presId="urn:microsoft.com/office/officeart/2005/8/layout/hList6"/>
    <dgm:cxn modelId="{E91BBB5B-143A-48E1-8727-A2031C831FA7}" srcId="{8E7F6586-63E5-4E18-B6A7-E501871476A5}" destId="{F8301883-6AC0-48EA-B1FD-D112A6563623}" srcOrd="0" destOrd="0" parTransId="{E46A3A55-37EF-4A91-9650-D99F17A8219C}" sibTransId="{B548191A-2243-4A11-B83B-1734CBC0BA7C}"/>
    <dgm:cxn modelId="{2646C867-5E2B-4E7C-819F-4D279B1208CB}" type="presOf" srcId="{3A68E53B-BD9E-4522-A8F1-96A2C42729A8}" destId="{4F158A19-6035-47A0-A1D1-7315BBA2CCAD}" srcOrd="0" destOrd="1" presId="urn:microsoft.com/office/officeart/2005/8/layout/hList6"/>
    <dgm:cxn modelId="{63558468-7272-48A1-ACDB-19BCA611E8D1}" srcId="{8DAF73CE-EDDB-4CA3-BE19-C389CCC73652}" destId="{3A68E53B-BD9E-4522-A8F1-96A2C42729A8}" srcOrd="0" destOrd="0" parTransId="{A31B3590-9905-48F8-A86C-C0116810FDA7}" sibTransId="{CBFA68CE-6771-4640-87AD-17FA371ACFE1}"/>
    <dgm:cxn modelId="{4D6F00B5-2769-4D32-834C-54C802E8784D}" srcId="{87F19D0D-25C5-4BF7-B9E7-55954B58EF1D}" destId="{8DAF73CE-EDDB-4CA3-BE19-C389CCC73652}" srcOrd="0" destOrd="0" parTransId="{2787B982-BF21-4A7E-8C30-698B16CCF120}" sibTransId="{1E267970-A340-438A-B783-9CA3346E1A5F}"/>
    <dgm:cxn modelId="{B93A47E3-66AA-4A30-ACB8-D180225D8779}" srcId="{6094FEED-2B2A-40EC-A67C-27B94D7AD0F7}" destId="{32D7D00B-AC7F-4244-BC13-965A5D438B18}" srcOrd="0" destOrd="0" parTransId="{914D8D12-47EC-47FC-8109-7711F984E498}" sibTransId="{C08A3ED6-A140-47F3-9BCA-EB5003F2B6FF}"/>
    <dgm:cxn modelId="{62A06FE8-B3E6-4F39-B2BE-2D79FB07F47B}" srcId="{87F19D0D-25C5-4BF7-B9E7-55954B58EF1D}" destId="{8E7F6586-63E5-4E18-B6A7-E501871476A5}" srcOrd="1" destOrd="0" parTransId="{B15AC238-9A03-4975-831C-0014E4E865CC}" sibTransId="{5F52D1FF-4B1D-412B-BDBD-7DD0E1F2F907}"/>
    <dgm:cxn modelId="{519CEDF4-6652-4A80-A924-E5ECB05A4185}" type="presOf" srcId="{F8301883-6AC0-48EA-B1FD-D112A6563623}" destId="{EE454720-F4AE-4D26-AAF2-FB2AE6A703F1}" srcOrd="0" destOrd="1" presId="urn:microsoft.com/office/officeart/2005/8/layout/hList6"/>
    <dgm:cxn modelId="{0A240088-FD86-4BF9-8674-232287229F03}" type="presParOf" srcId="{EDBCFB4B-0B76-4A51-9474-6CFEF9D7D980}" destId="{4F158A19-6035-47A0-A1D1-7315BBA2CCAD}" srcOrd="0" destOrd="0" presId="urn:microsoft.com/office/officeart/2005/8/layout/hList6"/>
    <dgm:cxn modelId="{CE6603F0-B2D6-40B0-834F-F42AC927AE0B}" type="presParOf" srcId="{EDBCFB4B-0B76-4A51-9474-6CFEF9D7D980}" destId="{129DD3A6-6FC3-46D0-A689-F8742DCA4E94}" srcOrd="1" destOrd="0" presId="urn:microsoft.com/office/officeart/2005/8/layout/hList6"/>
    <dgm:cxn modelId="{BC4AA492-1BE7-40C9-A74E-80EBC2B7A0D4}" type="presParOf" srcId="{EDBCFB4B-0B76-4A51-9474-6CFEF9D7D980}" destId="{EE454720-F4AE-4D26-AAF2-FB2AE6A703F1}" srcOrd="2" destOrd="0" presId="urn:microsoft.com/office/officeart/2005/8/layout/hList6"/>
    <dgm:cxn modelId="{BA8C954F-CF7C-4FE1-B8ED-67714C8A6498}" type="presParOf" srcId="{EDBCFB4B-0B76-4A51-9474-6CFEF9D7D980}" destId="{EFA77C4B-1ED7-4381-A626-60201CA46AD2}" srcOrd="3" destOrd="0" presId="urn:microsoft.com/office/officeart/2005/8/layout/hList6"/>
    <dgm:cxn modelId="{5FF1B385-4B50-4F07-8EE4-3E034022F2DF}" type="presParOf" srcId="{EDBCFB4B-0B76-4A51-9474-6CFEF9D7D980}" destId="{F9581632-F870-4B1D-9559-B8BCE6513178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F19D0D-25C5-4BF7-B9E7-55954B58EF1D}" type="doc">
      <dgm:prSet loTypeId="urn:microsoft.com/office/officeart/2005/8/layout/hList6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AF73CE-EDDB-4CA3-BE19-C389CCC73652}">
      <dgm:prSet phldrT="[Text]" phldr="0"/>
      <dgm:spPr/>
      <dgm:t>
        <a:bodyPr/>
        <a:lstStyle/>
        <a:p>
          <a:pPr rtl="0"/>
          <a:r>
            <a:rPr lang="en-US" b="1" dirty="0"/>
            <a:t>Data Cleaning</a:t>
          </a:r>
          <a:endParaRPr lang="en-US" dirty="0"/>
        </a:p>
      </dgm:t>
    </dgm:pt>
    <dgm:pt modelId="{2787B982-BF21-4A7E-8C30-698B16CCF120}" type="parTrans" cxnId="{4D6F00B5-2769-4D32-834C-54C802E8784D}">
      <dgm:prSet/>
      <dgm:spPr/>
      <dgm:t>
        <a:bodyPr/>
        <a:lstStyle/>
        <a:p>
          <a:endParaRPr lang="en-US"/>
        </a:p>
      </dgm:t>
    </dgm:pt>
    <dgm:pt modelId="{1E267970-A340-438A-B783-9CA3346E1A5F}" type="sibTrans" cxnId="{4D6F00B5-2769-4D32-834C-54C802E8784D}">
      <dgm:prSet/>
      <dgm:spPr/>
      <dgm:t>
        <a:bodyPr/>
        <a:lstStyle/>
        <a:p>
          <a:endParaRPr lang="en-US"/>
        </a:p>
      </dgm:t>
    </dgm:pt>
    <dgm:pt modelId="{3A68E53B-BD9E-4522-A8F1-96A2C42729A8}">
      <dgm:prSet phldrT="[Text]" phldr="0"/>
      <dgm:spPr/>
      <dgm:t>
        <a:bodyPr/>
        <a:lstStyle/>
        <a:p>
          <a:pPr rtl="0"/>
          <a:r>
            <a:rPr lang="en-US" dirty="0"/>
            <a:t>Remove duplicates (5% of data) and fill missing timestamps.</a:t>
          </a:r>
        </a:p>
      </dgm:t>
    </dgm:pt>
    <dgm:pt modelId="{A31B3590-9905-48F8-A86C-C0116810FDA7}" type="parTrans" cxnId="{63558468-7272-48A1-ACDB-19BCA611E8D1}">
      <dgm:prSet/>
      <dgm:spPr/>
      <dgm:t>
        <a:bodyPr/>
        <a:lstStyle/>
        <a:p>
          <a:endParaRPr lang="en-US"/>
        </a:p>
      </dgm:t>
    </dgm:pt>
    <dgm:pt modelId="{CBFA68CE-6771-4640-87AD-17FA371ACFE1}" type="sibTrans" cxnId="{63558468-7272-48A1-ACDB-19BCA611E8D1}">
      <dgm:prSet/>
      <dgm:spPr/>
      <dgm:t>
        <a:bodyPr/>
        <a:lstStyle/>
        <a:p>
          <a:endParaRPr lang="en-US"/>
        </a:p>
      </dgm:t>
    </dgm:pt>
    <dgm:pt modelId="{8E7F6586-63E5-4E18-B6A7-E501871476A5}">
      <dgm:prSet phldrT="[Text]" phldr="0"/>
      <dgm:spPr/>
      <dgm:t>
        <a:bodyPr/>
        <a:lstStyle/>
        <a:p>
          <a:r>
            <a:rPr lang="en-US" b="1" dirty="0">
              <a:latin typeface="Posterama"/>
            </a:rPr>
            <a:t>Geohashing</a:t>
          </a:r>
          <a:endParaRPr lang="en-US" b="1" dirty="0"/>
        </a:p>
      </dgm:t>
    </dgm:pt>
    <dgm:pt modelId="{B15AC238-9A03-4975-831C-0014E4E865CC}" type="parTrans" cxnId="{62A06FE8-B3E6-4F39-B2BE-2D79FB07F47B}">
      <dgm:prSet/>
      <dgm:spPr/>
      <dgm:t>
        <a:bodyPr/>
        <a:lstStyle/>
        <a:p>
          <a:endParaRPr lang="en-US"/>
        </a:p>
      </dgm:t>
    </dgm:pt>
    <dgm:pt modelId="{5F52D1FF-4B1D-412B-BDBD-7DD0E1F2F907}" type="sibTrans" cxnId="{62A06FE8-B3E6-4F39-B2BE-2D79FB07F47B}">
      <dgm:prSet/>
      <dgm:spPr/>
      <dgm:t>
        <a:bodyPr/>
        <a:lstStyle/>
        <a:p>
          <a:endParaRPr lang="en-US"/>
        </a:p>
      </dgm:t>
    </dgm:pt>
    <dgm:pt modelId="{F8301883-6AC0-48EA-B1FD-D112A6563623}">
      <dgm:prSet phldrT="[Text]" phldr="0"/>
      <dgm:spPr/>
      <dgm:t>
        <a:bodyPr/>
        <a:lstStyle/>
        <a:p>
          <a:pPr rtl="0"/>
          <a:r>
            <a:rPr lang="en-US" dirty="0"/>
            <a:t>Convert latitude/longitude to 6-digit geohash codes (e.g., "9v8yq1")</a:t>
          </a:r>
        </a:p>
      </dgm:t>
    </dgm:pt>
    <dgm:pt modelId="{E46A3A55-37EF-4A91-9650-D99F17A8219C}" type="parTrans" cxnId="{E91BBB5B-143A-48E1-8727-A2031C831FA7}">
      <dgm:prSet/>
      <dgm:spPr/>
      <dgm:t>
        <a:bodyPr/>
        <a:lstStyle/>
        <a:p>
          <a:endParaRPr lang="en-US"/>
        </a:p>
      </dgm:t>
    </dgm:pt>
    <dgm:pt modelId="{B548191A-2243-4A11-B83B-1734CBC0BA7C}" type="sibTrans" cxnId="{E91BBB5B-143A-48E1-8727-A2031C831FA7}">
      <dgm:prSet/>
      <dgm:spPr/>
      <dgm:t>
        <a:bodyPr/>
        <a:lstStyle/>
        <a:p>
          <a:endParaRPr lang="en-US"/>
        </a:p>
      </dgm:t>
    </dgm:pt>
    <dgm:pt modelId="{6094FEED-2B2A-40EC-A67C-27B94D7AD0F7}">
      <dgm:prSet phldrT="[Text]" phldr="0"/>
      <dgm:spPr/>
      <dgm:t>
        <a:bodyPr/>
        <a:lstStyle/>
        <a:p>
          <a:pPr rtl="0"/>
          <a:r>
            <a:rPr lang="en-US" b="1" dirty="0"/>
            <a:t>Mapping to Routes</a:t>
          </a:r>
          <a:endParaRPr lang="en-US" dirty="0"/>
        </a:p>
      </dgm:t>
    </dgm:pt>
    <dgm:pt modelId="{33BA187F-305F-425A-BB08-EB44FE8DB0CD}" type="parTrans" cxnId="{6D5ADD15-0D75-4E49-B913-D72890213DB7}">
      <dgm:prSet/>
      <dgm:spPr/>
      <dgm:t>
        <a:bodyPr/>
        <a:lstStyle/>
        <a:p>
          <a:endParaRPr lang="en-US"/>
        </a:p>
      </dgm:t>
    </dgm:pt>
    <dgm:pt modelId="{87DD4EC2-7A51-401B-958F-0789B39FB040}" type="sibTrans" cxnId="{6D5ADD15-0D75-4E49-B913-D72890213DB7}">
      <dgm:prSet/>
      <dgm:spPr/>
      <dgm:t>
        <a:bodyPr/>
        <a:lstStyle/>
        <a:p>
          <a:endParaRPr lang="en-US"/>
        </a:p>
      </dgm:t>
    </dgm:pt>
    <dgm:pt modelId="{32D7D00B-AC7F-4244-BC13-965A5D438B18}">
      <dgm:prSet phldrT="[Text]" phldr="0"/>
      <dgm:spPr/>
      <dgm:t>
        <a:bodyPr/>
        <a:lstStyle/>
        <a:p>
          <a:pPr rtl="0"/>
          <a:r>
            <a:rPr lang="en-US" dirty="0"/>
            <a:t>Assign pallets to historical routes using Haversine distance (1 km threshold).</a:t>
          </a:r>
        </a:p>
      </dgm:t>
    </dgm:pt>
    <dgm:pt modelId="{914D8D12-47EC-47FC-8109-7711F984E498}" type="parTrans" cxnId="{B93A47E3-66AA-4A30-ACB8-D180225D8779}">
      <dgm:prSet/>
      <dgm:spPr/>
      <dgm:t>
        <a:bodyPr/>
        <a:lstStyle/>
        <a:p>
          <a:endParaRPr lang="en-US"/>
        </a:p>
      </dgm:t>
    </dgm:pt>
    <dgm:pt modelId="{C08A3ED6-A140-47F3-9BCA-EB5003F2B6FF}" type="sibTrans" cxnId="{B93A47E3-66AA-4A30-ACB8-D180225D8779}">
      <dgm:prSet/>
      <dgm:spPr/>
      <dgm:t>
        <a:bodyPr/>
        <a:lstStyle/>
        <a:p>
          <a:endParaRPr lang="en-US"/>
        </a:p>
      </dgm:t>
    </dgm:pt>
    <dgm:pt modelId="{EDBCFB4B-0B76-4A51-9474-6CFEF9D7D980}" type="pres">
      <dgm:prSet presAssocID="{87F19D0D-25C5-4BF7-B9E7-55954B58EF1D}" presName="Name0" presStyleCnt="0">
        <dgm:presLayoutVars>
          <dgm:dir/>
          <dgm:resizeHandles val="exact"/>
        </dgm:presLayoutVars>
      </dgm:prSet>
      <dgm:spPr/>
    </dgm:pt>
    <dgm:pt modelId="{4F158A19-6035-47A0-A1D1-7315BBA2CCAD}" type="pres">
      <dgm:prSet presAssocID="{8DAF73CE-EDDB-4CA3-BE19-C389CCC73652}" presName="node" presStyleLbl="node1" presStyleIdx="0" presStyleCnt="3">
        <dgm:presLayoutVars>
          <dgm:bulletEnabled val="1"/>
        </dgm:presLayoutVars>
      </dgm:prSet>
      <dgm:spPr/>
    </dgm:pt>
    <dgm:pt modelId="{129DD3A6-6FC3-46D0-A689-F8742DCA4E94}" type="pres">
      <dgm:prSet presAssocID="{1E267970-A340-438A-B783-9CA3346E1A5F}" presName="sibTrans" presStyleCnt="0"/>
      <dgm:spPr/>
    </dgm:pt>
    <dgm:pt modelId="{EE454720-F4AE-4D26-AAF2-FB2AE6A703F1}" type="pres">
      <dgm:prSet presAssocID="{8E7F6586-63E5-4E18-B6A7-E501871476A5}" presName="node" presStyleLbl="node1" presStyleIdx="1" presStyleCnt="3">
        <dgm:presLayoutVars>
          <dgm:bulletEnabled val="1"/>
        </dgm:presLayoutVars>
      </dgm:prSet>
      <dgm:spPr/>
    </dgm:pt>
    <dgm:pt modelId="{EFA77C4B-1ED7-4381-A626-60201CA46AD2}" type="pres">
      <dgm:prSet presAssocID="{5F52D1FF-4B1D-412B-BDBD-7DD0E1F2F907}" presName="sibTrans" presStyleCnt="0"/>
      <dgm:spPr/>
    </dgm:pt>
    <dgm:pt modelId="{F9581632-F870-4B1D-9559-B8BCE6513178}" type="pres">
      <dgm:prSet presAssocID="{6094FEED-2B2A-40EC-A67C-27B94D7AD0F7}" presName="node" presStyleLbl="node1" presStyleIdx="2" presStyleCnt="3">
        <dgm:presLayoutVars>
          <dgm:bulletEnabled val="1"/>
        </dgm:presLayoutVars>
      </dgm:prSet>
      <dgm:spPr/>
    </dgm:pt>
  </dgm:ptLst>
  <dgm:cxnLst>
    <dgm:cxn modelId="{8879ED00-1A96-46C3-84E5-DE597B6706B5}" type="presOf" srcId="{32D7D00B-AC7F-4244-BC13-965A5D438B18}" destId="{F9581632-F870-4B1D-9559-B8BCE6513178}" srcOrd="0" destOrd="1" presId="urn:microsoft.com/office/officeart/2005/8/layout/hList6"/>
    <dgm:cxn modelId="{6D5ADD15-0D75-4E49-B913-D72890213DB7}" srcId="{87F19D0D-25C5-4BF7-B9E7-55954B58EF1D}" destId="{6094FEED-2B2A-40EC-A67C-27B94D7AD0F7}" srcOrd="2" destOrd="0" parTransId="{33BA187F-305F-425A-BB08-EB44FE8DB0CD}" sibTransId="{87DD4EC2-7A51-401B-958F-0789B39FB040}"/>
    <dgm:cxn modelId="{FCDABD3B-E279-4882-B545-E2253F7FC049}" type="presOf" srcId="{87F19D0D-25C5-4BF7-B9E7-55954B58EF1D}" destId="{EDBCFB4B-0B76-4A51-9474-6CFEF9D7D980}" srcOrd="0" destOrd="0" presId="urn:microsoft.com/office/officeart/2005/8/layout/hList6"/>
    <dgm:cxn modelId="{E91BBB5B-143A-48E1-8727-A2031C831FA7}" srcId="{8E7F6586-63E5-4E18-B6A7-E501871476A5}" destId="{F8301883-6AC0-48EA-B1FD-D112A6563623}" srcOrd="0" destOrd="0" parTransId="{E46A3A55-37EF-4A91-9650-D99F17A8219C}" sibTransId="{B548191A-2243-4A11-B83B-1734CBC0BA7C}"/>
    <dgm:cxn modelId="{63558468-7272-48A1-ACDB-19BCA611E8D1}" srcId="{8DAF73CE-EDDB-4CA3-BE19-C389CCC73652}" destId="{3A68E53B-BD9E-4522-A8F1-96A2C42729A8}" srcOrd="0" destOrd="0" parTransId="{A31B3590-9905-48F8-A86C-C0116810FDA7}" sibTransId="{CBFA68CE-6771-4640-87AD-17FA371ACFE1}"/>
    <dgm:cxn modelId="{47A0957B-ADBE-4635-AA45-3B2E23BB873A}" type="presOf" srcId="{3A68E53B-BD9E-4522-A8F1-96A2C42729A8}" destId="{4F158A19-6035-47A0-A1D1-7315BBA2CCAD}" srcOrd="0" destOrd="1" presId="urn:microsoft.com/office/officeart/2005/8/layout/hList6"/>
    <dgm:cxn modelId="{65131DAE-9553-45A7-B186-993954AA391A}" type="presOf" srcId="{8E7F6586-63E5-4E18-B6A7-E501871476A5}" destId="{EE454720-F4AE-4D26-AAF2-FB2AE6A703F1}" srcOrd="0" destOrd="0" presId="urn:microsoft.com/office/officeart/2005/8/layout/hList6"/>
    <dgm:cxn modelId="{49F99CB1-D00A-4567-81EA-0D1B8E457840}" type="presOf" srcId="{8DAF73CE-EDDB-4CA3-BE19-C389CCC73652}" destId="{4F158A19-6035-47A0-A1D1-7315BBA2CCAD}" srcOrd="0" destOrd="0" presId="urn:microsoft.com/office/officeart/2005/8/layout/hList6"/>
    <dgm:cxn modelId="{4D6F00B5-2769-4D32-834C-54C802E8784D}" srcId="{87F19D0D-25C5-4BF7-B9E7-55954B58EF1D}" destId="{8DAF73CE-EDDB-4CA3-BE19-C389CCC73652}" srcOrd="0" destOrd="0" parTransId="{2787B982-BF21-4A7E-8C30-698B16CCF120}" sibTransId="{1E267970-A340-438A-B783-9CA3346E1A5F}"/>
    <dgm:cxn modelId="{A4BE83C4-CF2B-4F5F-854A-6F3B2EF03F9A}" type="presOf" srcId="{6094FEED-2B2A-40EC-A67C-27B94D7AD0F7}" destId="{F9581632-F870-4B1D-9559-B8BCE6513178}" srcOrd="0" destOrd="0" presId="urn:microsoft.com/office/officeart/2005/8/layout/hList6"/>
    <dgm:cxn modelId="{E18DF3C4-3C99-4880-9DB4-AA22328CFEB9}" type="presOf" srcId="{F8301883-6AC0-48EA-B1FD-D112A6563623}" destId="{EE454720-F4AE-4D26-AAF2-FB2AE6A703F1}" srcOrd="0" destOrd="1" presId="urn:microsoft.com/office/officeart/2005/8/layout/hList6"/>
    <dgm:cxn modelId="{B93A47E3-66AA-4A30-ACB8-D180225D8779}" srcId="{6094FEED-2B2A-40EC-A67C-27B94D7AD0F7}" destId="{32D7D00B-AC7F-4244-BC13-965A5D438B18}" srcOrd="0" destOrd="0" parTransId="{914D8D12-47EC-47FC-8109-7711F984E498}" sibTransId="{C08A3ED6-A140-47F3-9BCA-EB5003F2B6FF}"/>
    <dgm:cxn modelId="{62A06FE8-B3E6-4F39-B2BE-2D79FB07F47B}" srcId="{87F19D0D-25C5-4BF7-B9E7-55954B58EF1D}" destId="{8E7F6586-63E5-4E18-B6A7-E501871476A5}" srcOrd="1" destOrd="0" parTransId="{B15AC238-9A03-4975-831C-0014E4E865CC}" sibTransId="{5F52D1FF-4B1D-412B-BDBD-7DD0E1F2F907}"/>
    <dgm:cxn modelId="{25B6EFB2-AAE4-43AC-8ED2-6FC35B83CA6C}" type="presParOf" srcId="{EDBCFB4B-0B76-4A51-9474-6CFEF9D7D980}" destId="{4F158A19-6035-47A0-A1D1-7315BBA2CCAD}" srcOrd="0" destOrd="0" presId="urn:microsoft.com/office/officeart/2005/8/layout/hList6"/>
    <dgm:cxn modelId="{66563956-CDBA-44FC-B425-D915ECDDE882}" type="presParOf" srcId="{EDBCFB4B-0B76-4A51-9474-6CFEF9D7D980}" destId="{129DD3A6-6FC3-46D0-A689-F8742DCA4E94}" srcOrd="1" destOrd="0" presId="urn:microsoft.com/office/officeart/2005/8/layout/hList6"/>
    <dgm:cxn modelId="{C727D1D0-2949-417F-A7D6-94602E277379}" type="presParOf" srcId="{EDBCFB4B-0B76-4A51-9474-6CFEF9D7D980}" destId="{EE454720-F4AE-4D26-AAF2-FB2AE6A703F1}" srcOrd="2" destOrd="0" presId="urn:microsoft.com/office/officeart/2005/8/layout/hList6"/>
    <dgm:cxn modelId="{08BF4622-F58F-46D2-831A-0E4E43B07FC3}" type="presParOf" srcId="{EDBCFB4B-0B76-4A51-9474-6CFEF9D7D980}" destId="{EFA77C4B-1ED7-4381-A626-60201CA46AD2}" srcOrd="3" destOrd="0" presId="urn:microsoft.com/office/officeart/2005/8/layout/hList6"/>
    <dgm:cxn modelId="{9C90090E-5077-4A1F-9593-C33E1DE0EA71}" type="presParOf" srcId="{EDBCFB4B-0B76-4A51-9474-6CFEF9D7D980}" destId="{F9581632-F870-4B1D-9559-B8BCE6513178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A84D11-A2B3-4B79-B589-9B05662A14D4}" type="doc">
      <dgm:prSet loTypeId="urn:microsoft.com/office/officeart/2005/8/layout/hList9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245147-9B6A-4EA0-9674-83036D808029}">
      <dgm:prSet phldrT="[Text]" phldr="0"/>
      <dgm:spPr/>
      <dgm:t>
        <a:bodyPr/>
        <a:lstStyle/>
        <a:p>
          <a:pPr rtl="0"/>
          <a:r>
            <a:rPr lang="en-US" b="1"/>
            <a:t>Algorithms</a:t>
          </a:r>
          <a:r>
            <a:rPr lang="en-US"/>
            <a:t>:</a:t>
          </a:r>
          <a:endParaRPr lang="en-US" b="0">
            <a:latin typeface="Posterama"/>
          </a:endParaRPr>
        </a:p>
      </dgm:t>
    </dgm:pt>
    <dgm:pt modelId="{98DAD49C-4F88-4604-B440-858F2DA6D5BB}" type="parTrans" cxnId="{2B4B880B-A488-4E14-B5A8-D71ECD91D4EF}">
      <dgm:prSet/>
      <dgm:spPr/>
      <dgm:t>
        <a:bodyPr/>
        <a:lstStyle/>
        <a:p>
          <a:endParaRPr lang="en-US"/>
        </a:p>
      </dgm:t>
    </dgm:pt>
    <dgm:pt modelId="{9DC939F3-228A-4685-95D7-B6A039F1C54B}" type="sibTrans" cxnId="{2B4B880B-A488-4E14-B5A8-D71ECD91D4EF}">
      <dgm:prSet/>
      <dgm:spPr/>
      <dgm:t>
        <a:bodyPr/>
        <a:lstStyle/>
        <a:p>
          <a:endParaRPr lang="en-US"/>
        </a:p>
      </dgm:t>
    </dgm:pt>
    <dgm:pt modelId="{881EBB5A-B441-4723-9A2C-183D88E30925}">
      <dgm:prSet phldrT="[Text]" phldr="0"/>
      <dgm:spPr/>
      <dgm:t>
        <a:bodyPr/>
        <a:lstStyle/>
        <a:p>
          <a:pPr rtl="0"/>
          <a:r>
            <a:rPr lang="en-US" dirty="0"/>
            <a:t> </a:t>
          </a:r>
          <a:r>
            <a:rPr lang="en-US" dirty="0">
              <a:latin typeface="Posterama"/>
            </a:rPr>
            <a:t>DBSCAN: Cluster</a:t>
          </a:r>
          <a:r>
            <a:rPr lang="en-US" dirty="0"/>
            <a:t> pallets within 500m proximity and 2-hour time windows.</a:t>
          </a:r>
        </a:p>
      </dgm:t>
    </dgm:pt>
    <dgm:pt modelId="{CCD927CC-3906-404B-B0AB-D9944969E2B0}" type="parTrans" cxnId="{5F480B86-DDF5-4508-BC28-AE004C4CA9D5}">
      <dgm:prSet/>
      <dgm:spPr/>
      <dgm:t>
        <a:bodyPr/>
        <a:lstStyle/>
        <a:p>
          <a:endParaRPr lang="en-US"/>
        </a:p>
      </dgm:t>
    </dgm:pt>
    <dgm:pt modelId="{CE6B4EE2-24CF-41D5-BC75-899C5A1EF677}" type="sibTrans" cxnId="{5F480B86-DDF5-4508-BC28-AE004C4CA9D5}">
      <dgm:prSet/>
      <dgm:spPr/>
      <dgm:t>
        <a:bodyPr/>
        <a:lstStyle/>
        <a:p>
          <a:endParaRPr lang="en-US"/>
        </a:p>
      </dgm:t>
    </dgm:pt>
    <dgm:pt modelId="{23063914-93B9-4818-BFF2-69C043254EB8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Haversine Distance: Calculate</a:t>
          </a:r>
          <a:r>
            <a:rPr lang="en-US" dirty="0"/>
            <a:t> distance between pallet pings and known routes.</a:t>
          </a:r>
        </a:p>
      </dgm:t>
    </dgm:pt>
    <dgm:pt modelId="{86BCB3BB-8566-4550-8A62-3A3C29170345}" type="parTrans" cxnId="{9ED32DB6-8139-4422-88DE-76A7F9FCE0C0}">
      <dgm:prSet/>
      <dgm:spPr/>
      <dgm:t>
        <a:bodyPr/>
        <a:lstStyle/>
        <a:p>
          <a:endParaRPr lang="en-US"/>
        </a:p>
      </dgm:t>
    </dgm:pt>
    <dgm:pt modelId="{AA105386-2276-4CA0-AFDE-B5F276DCFE85}" type="sibTrans" cxnId="{9ED32DB6-8139-4422-88DE-76A7F9FCE0C0}">
      <dgm:prSet/>
      <dgm:spPr/>
      <dgm:t>
        <a:bodyPr/>
        <a:lstStyle/>
        <a:p>
          <a:endParaRPr lang="en-US"/>
        </a:p>
      </dgm:t>
    </dgm:pt>
    <dgm:pt modelId="{254A723D-7CA5-4CCA-9A8F-9E97E143ADFA}">
      <dgm:prSet phldrT="[Text]" phldr="0"/>
      <dgm:spPr/>
      <dgm:t>
        <a:bodyPr/>
        <a:lstStyle/>
        <a:p>
          <a:pPr rtl="0"/>
          <a:r>
            <a:rPr lang="en-US" b="1" dirty="0"/>
            <a:t>Key Metrics</a:t>
          </a:r>
          <a:r>
            <a:rPr lang="en-US" dirty="0"/>
            <a:t>:</a:t>
          </a:r>
        </a:p>
      </dgm:t>
    </dgm:pt>
    <dgm:pt modelId="{CBF5B5F4-E9C4-4B27-8D24-B95FA7335DEE}" type="parTrans" cxnId="{AC1BA463-E7A4-4F01-860E-90AF62A4AD72}">
      <dgm:prSet/>
      <dgm:spPr/>
      <dgm:t>
        <a:bodyPr/>
        <a:lstStyle/>
        <a:p>
          <a:endParaRPr lang="en-US"/>
        </a:p>
      </dgm:t>
    </dgm:pt>
    <dgm:pt modelId="{6D4BEEBB-9FF2-48E8-8049-8393A33E2EBE}" type="sibTrans" cxnId="{AC1BA463-E7A4-4F01-860E-90AF62A4AD72}">
      <dgm:prSet/>
      <dgm:spPr/>
      <dgm:t>
        <a:bodyPr/>
        <a:lstStyle/>
        <a:p>
          <a:endParaRPr lang="en-US"/>
        </a:p>
      </dgm:t>
    </dgm:pt>
    <dgm:pt modelId="{218BED12-924E-4438-BC64-A0F4BDF2010D}">
      <dgm:prSet phldrT="[Text]" phldr="0"/>
      <dgm:spPr/>
      <dgm:t>
        <a:bodyPr/>
        <a:lstStyle/>
        <a:p>
          <a:pPr rtl="0"/>
          <a:r>
            <a:rPr lang="en-US" dirty="0"/>
            <a:t> </a:t>
          </a:r>
          <a:r>
            <a:rPr lang="en-US" b="1" dirty="0"/>
            <a:t>85% </a:t>
          </a:r>
          <a:r>
            <a:rPr lang="en-US" dirty="0">
              <a:latin typeface="Posterama"/>
            </a:rPr>
            <a:t>adherence: Pallets</a:t>
          </a:r>
          <a:r>
            <a:rPr lang="en-US" dirty="0"/>
            <a:t> stayed within 1 km of assigned routes.</a:t>
          </a:r>
        </a:p>
      </dgm:t>
    </dgm:pt>
    <dgm:pt modelId="{3B362D5B-1281-40B8-A7C4-4C7C1001315A}" type="parTrans" cxnId="{EF60E757-CBFD-42E3-96D2-5062CE58F09D}">
      <dgm:prSet/>
      <dgm:spPr/>
      <dgm:t>
        <a:bodyPr/>
        <a:lstStyle/>
        <a:p>
          <a:endParaRPr lang="en-US"/>
        </a:p>
      </dgm:t>
    </dgm:pt>
    <dgm:pt modelId="{D8A45285-F17E-4BB2-99D0-323A5A8BE521}" type="sibTrans" cxnId="{EF60E757-CBFD-42E3-96D2-5062CE58F09D}">
      <dgm:prSet/>
      <dgm:spPr/>
      <dgm:t>
        <a:bodyPr/>
        <a:lstStyle/>
        <a:p>
          <a:endParaRPr lang="en-US"/>
        </a:p>
      </dgm:t>
    </dgm:pt>
    <dgm:pt modelId="{96407A37-3D39-461F-8249-DFC6B886E19C}">
      <dgm:prSet phldrT="[Text]" phldr="0"/>
      <dgm:spPr/>
      <dgm:t>
        <a:bodyPr/>
        <a:lstStyle/>
        <a:p>
          <a:pPr rtl="0"/>
          <a:r>
            <a:rPr lang="en-US" b="1" dirty="0"/>
            <a:t>15% </a:t>
          </a:r>
          <a:r>
            <a:rPr lang="en-US" dirty="0">
              <a:latin typeface="Posterama"/>
            </a:rPr>
            <a:t>deviation: 10</a:t>
          </a:r>
          <a:r>
            <a:rPr lang="en-US" dirty="0"/>
            <a:t>% temporary (recovered), 5% permanent loss.</a:t>
          </a:r>
        </a:p>
      </dgm:t>
    </dgm:pt>
    <dgm:pt modelId="{499ECFC3-BD1B-4EB2-9F44-7A333F94180F}" type="parTrans" cxnId="{CD22FC66-0243-4B44-922C-F5EBEBD437BA}">
      <dgm:prSet/>
      <dgm:spPr/>
      <dgm:t>
        <a:bodyPr/>
        <a:lstStyle/>
        <a:p>
          <a:endParaRPr lang="en-US"/>
        </a:p>
      </dgm:t>
    </dgm:pt>
    <dgm:pt modelId="{81050872-852A-4D8F-AA3C-C7C2BA527DF5}" type="sibTrans" cxnId="{CD22FC66-0243-4B44-922C-F5EBEBD437BA}">
      <dgm:prSet/>
      <dgm:spPr/>
      <dgm:t>
        <a:bodyPr/>
        <a:lstStyle/>
        <a:p>
          <a:endParaRPr lang="en-US"/>
        </a:p>
      </dgm:t>
    </dgm:pt>
    <dgm:pt modelId="{86840AB0-F06E-489C-81C6-8F56CBD7F654}" type="pres">
      <dgm:prSet presAssocID="{26A84D11-A2B3-4B79-B589-9B05662A14D4}" presName="list" presStyleCnt="0">
        <dgm:presLayoutVars>
          <dgm:dir/>
          <dgm:animLvl val="lvl"/>
        </dgm:presLayoutVars>
      </dgm:prSet>
      <dgm:spPr/>
    </dgm:pt>
    <dgm:pt modelId="{8B155C05-749A-4BB0-AE6C-C5FBBDA41115}" type="pres">
      <dgm:prSet presAssocID="{A7245147-9B6A-4EA0-9674-83036D808029}" presName="posSpace" presStyleCnt="0"/>
      <dgm:spPr/>
    </dgm:pt>
    <dgm:pt modelId="{4917BA96-87D8-465A-956E-EA8DE866C6B6}" type="pres">
      <dgm:prSet presAssocID="{A7245147-9B6A-4EA0-9674-83036D808029}" presName="vertFlow" presStyleCnt="0"/>
      <dgm:spPr/>
    </dgm:pt>
    <dgm:pt modelId="{EE105D1B-2232-4840-9BBE-8FAF71C15EB3}" type="pres">
      <dgm:prSet presAssocID="{A7245147-9B6A-4EA0-9674-83036D808029}" presName="topSpace" presStyleCnt="0"/>
      <dgm:spPr/>
    </dgm:pt>
    <dgm:pt modelId="{BB176A67-6D47-4F69-A44A-791CE08DBD0B}" type="pres">
      <dgm:prSet presAssocID="{A7245147-9B6A-4EA0-9674-83036D808029}" presName="firstComp" presStyleCnt="0"/>
      <dgm:spPr/>
    </dgm:pt>
    <dgm:pt modelId="{31D2EC52-ABD0-43FC-82E0-3E439D83C2A1}" type="pres">
      <dgm:prSet presAssocID="{A7245147-9B6A-4EA0-9674-83036D808029}" presName="firstChild" presStyleLbl="bgAccFollowNode1" presStyleIdx="0" presStyleCnt="4"/>
      <dgm:spPr/>
    </dgm:pt>
    <dgm:pt modelId="{D57AACCD-9CDD-47A6-8979-316073670CA6}" type="pres">
      <dgm:prSet presAssocID="{A7245147-9B6A-4EA0-9674-83036D808029}" presName="firstChildTx" presStyleLbl="bgAccFollowNode1" presStyleIdx="0" presStyleCnt="4">
        <dgm:presLayoutVars>
          <dgm:bulletEnabled val="1"/>
        </dgm:presLayoutVars>
      </dgm:prSet>
      <dgm:spPr/>
    </dgm:pt>
    <dgm:pt modelId="{110BACC4-EC1C-49BF-BD4B-510441148E29}" type="pres">
      <dgm:prSet presAssocID="{23063914-93B9-4818-BFF2-69C043254EB8}" presName="comp" presStyleCnt="0"/>
      <dgm:spPr/>
    </dgm:pt>
    <dgm:pt modelId="{260D47EE-C012-4E11-BAA9-37F090A6FB7C}" type="pres">
      <dgm:prSet presAssocID="{23063914-93B9-4818-BFF2-69C043254EB8}" presName="child" presStyleLbl="bgAccFollowNode1" presStyleIdx="1" presStyleCnt="4"/>
      <dgm:spPr/>
    </dgm:pt>
    <dgm:pt modelId="{29E545B8-A771-40A3-A4A2-B5D0E74EAC7F}" type="pres">
      <dgm:prSet presAssocID="{23063914-93B9-4818-BFF2-69C043254EB8}" presName="childTx" presStyleLbl="bgAccFollowNode1" presStyleIdx="1" presStyleCnt="4">
        <dgm:presLayoutVars>
          <dgm:bulletEnabled val="1"/>
        </dgm:presLayoutVars>
      </dgm:prSet>
      <dgm:spPr/>
    </dgm:pt>
    <dgm:pt modelId="{F662890B-BE69-40C1-9B6D-376A4E2A5DBC}" type="pres">
      <dgm:prSet presAssocID="{A7245147-9B6A-4EA0-9674-83036D808029}" presName="negSpace" presStyleCnt="0"/>
      <dgm:spPr/>
    </dgm:pt>
    <dgm:pt modelId="{9054E761-70EA-456F-A71E-A85C935F9E36}" type="pres">
      <dgm:prSet presAssocID="{A7245147-9B6A-4EA0-9674-83036D808029}" presName="circle" presStyleLbl="node1" presStyleIdx="0" presStyleCnt="2"/>
      <dgm:spPr/>
    </dgm:pt>
    <dgm:pt modelId="{BB8D1840-62C8-4A86-8736-0E21D6955032}" type="pres">
      <dgm:prSet presAssocID="{9DC939F3-228A-4685-95D7-B6A039F1C54B}" presName="transSpace" presStyleCnt="0"/>
      <dgm:spPr/>
    </dgm:pt>
    <dgm:pt modelId="{BA3192A4-38F8-48A8-AFC0-1748CB3203D4}" type="pres">
      <dgm:prSet presAssocID="{254A723D-7CA5-4CCA-9A8F-9E97E143ADFA}" presName="posSpace" presStyleCnt="0"/>
      <dgm:spPr/>
    </dgm:pt>
    <dgm:pt modelId="{9373CF16-7639-4E81-B12F-B780CB3D34FB}" type="pres">
      <dgm:prSet presAssocID="{254A723D-7CA5-4CCA-9A8F-9E97E143ADFA}" presName="vertFlow" presStyleCnt="0"/>
      <dgm:spPr/>
    </dgm:pt>
    <dgm:pt modelId="{BA039AE3-A29E-4169-BEC3-AB305C77E8CB}" type="pres">
      <dgm:prSet presAssocID="{254A723D-7CA5-4CCA-9A8F-9E97E143ADFA}" presName="topSpace" presStyleCnt="0"/>
      <dgm:spPr/>
    </dgm:pt>
    <dgm:pt modelId="{DA213836-CF9A-4253-936B-5B240B5853E8}" type="pres">
      <dgm:prSet presAssocID="{254A723D-7CA5-4CCA-9A8F-9E97E143ADFA}" presName="firstComp" presStyleCnt="0"/>
      <dgm:spPr/>
    </dgm:pt>
    <dgm:pt modelId="{8185429B-CFC8-469C-B2BC-8C88F3B66899}" type="pres">
      <dgm:prSet presAssocID="{254A723D-7CA5-4CCA-9A8F-9E97E143ADFA}" presName="firstChild" presStyleLbl="bgAccFollowNode1" presStyleIdx="2" presStyleCnt="4"/>
      <dgm:spPr/>
    </dgm:pt>
    <dgm:pt modelId="{168030A1-EFD5-421F-8A5B-09C9AB22D6B6}" type="pres">
      <dgm:prSet presAssocID="{254A723D-7CA5-4CCA-9A8F-9E97E143ADFA}" presName="firstChildTx" presStyleLbl="bgAccFollowNode1" presStyleIdx="2" presStyleCnt="4">
        <dgm:presLayoutVars>
          <dgm:bulletEnabled val="1"/>
        </dgm:presLayoutVars>
      </dgm:prSet>
      <dgm:spPr/>
    </dgm:pt>
    <dgm:pt modelId="{04AAE6BD-F853-44C1-A0AE-C7DE5A22EC0F}" type="pres">
      <dgm:prSet presAssocID="{96407A37-3D39-461F-8249-DFC6B886E19C}" presName="comp" presStyleCnt="0"/>
      <dgm:spPr/>
    </dgm:pt>
    <dgm:pt modelId="{17B466E8-C045-49A3-9968-A07747604602}" type="pres">
      <dgm:prSet presAssocID="{96407A37-3D39-461F-8249-DFC6B886E19C}" presName="child" presStyleLbl="bgAccFollowNode1" presStyleIdx="3" presStyleCnt="4"/>
      <dgm:spPr/>
    </dgm:pt>
    <dgm:pt modelId="{E0CAAC10-95EC-4906-B824-48BAFD6C28F6}" type="pres">
      <dgm:prSet presAssocID="{96407A37-3D39-461F-8249-DFC6B886E19C}" presName="childTx" presStyleLbl="bgAccFollowNode1" presStyleIdx="3" presStyleCnt="4">
        <dgm:presLayoutVars>
          <dgm:bulletEnabled val="1"/>
        </dgm:presLayoutVars>
      </dgm:prSet>
      <dgm:spPr/>
    </dgm:pt>
    <dgm:pt modelId="{74DB8470-9051-4B3A-9D5F-6C68B8809982}" type="pres">
      <dgm:prSet presAssocID="{254A723D-7CA5-4CCA-9A8F-9E97E143ADFA}" presName="negSpace" presStyleCnt="0"/>
      <dgm:spPr/>
    </dgm:pt>
    <dgm:pt modelId="{41B3A7ED-9F69-4F3C-91B6-6254C57778C9}" type="pres">
      <dgm:prSet presAssocID="{254A723D-7CA5-4CCA-9A8F-9E97E143ADFA}" presName="circle" presStyleLbl="node1" presStyleIdx="1" presStyleCnt="2"/>
      <dgm:spPr/>
    </dgm:pt>
  </dgm:ptLst>
  <dgm:cxnLst>
    <dgm:cxn modelId="{2B4B880B-A488-4E14-B5A8-D71ECD91D4EF}" srcId="{26A84D11-A2B3-4B79-B589-9B05662A14D4}" destId="{A7245147-9B6A-4EA0-9674-83036D808029}" srcOrd="0" destOrd="0" parTransId="{98DAD49C-4F88-4604-B440-858F2DA6D5BB}" sibTransId="{9DC939F3-228A-4685-95D7-B6A039F1C54B}"/>
    <dgm:cxn modelId="{86D33814-780F-4037-91FD-AC128F82ED2C}" type="presOf" srcId="{254A723D-7CA5-4CCA-9A8F-9E97E143ADFA}" destId="{41B3A7ED-9F69-4F3C-91B6-6254C57778C9}" srcOrd="0" destOrd="0" presId="urn:microsoft.com/office/officeart/2005/8/layout/hList9"/>
    <dgm:cxn modelId="{AC1BA463-E7A4-4F01-860E-90AF62A4AD72}" srcId="{26A84D11-A2B3-4B79-B589-9B05662A14D4}" destId="{254A723D-7CA5-4CCA-9A8F-9E97E143ADFA}" srcOrd="1" destOrd="0" parTransId="{CBF5B5F4-E9C4-4B27-8D24-B95FA7335DEE}" sibTransId="{6D4BEEBB-9FF2-48E8-8049-8393A33E2EBE}"/>
    <dgm:cxn modelId="{3EE0A245-A0AA-4223-9164-3FFFB39BD15E}" type="presOf" srcId="{A7245147-9B6A-4EA0-9674-83036D808029}" destId="{9054E761-70EA-456F-A71E-A85C935F9E36}" srcOrd="0" destOrd="0" presId="urn:microsoft.com/office/officeart/2005/8/layout/hList9"/>
    <dgm:cxn modelId="{CD22FC66-0243-4B44-922C-F5EBEBD437BA}" srcId="{254A723D-7CA5-4CCA-9A8F-9E97E143ADFA}" destId="{96407A37-3D39-461F-8249-DFC6B886E19C}" srcOrd="1" destOrd="0" parTransId="{499ECFC3-BD1B-4EB2-9F44-7A333F94180F}" sibTransId="{81050872-852A-4D8F-AA3C-C7C2BA527DF5}"/>
    <dgm:cxn modelId="{C568CB55-6A35-4EDA-A6CA-A2A8443C19D9}" type="presOf" srcId="{23063914-93B9-4818-BFF2-69C043254EB8}" destId="{260D47EE-C012-4E11-BAA9-37F090A6FB7C}" srcOrd="0" destOrd="0" presId="urn:microsoft.com/office/officeart/2005/8/layout/hList9"/>
    <dgm:cxn modelId="{EF60E757-CBFD-42E3-96D2-5062CE58F09D}" srcId="{254A723D-7CA5-4CCA-9A8F-9E97E143ADFA}" destId="{218BED12-924E-4438-BC64-A0F4BDF2010D}" srcOrd="0" destOrd="0" parTransId="{3B362D5B-1281-40B8-A7C4-4C7C1001315A}" sibTransId="{D8A45285-F17E-4BB2-99D0-323A5A8BE521}"/>
    <dgm:cxn modelId="{36D5B85A-43B0-40B5-87BB-C9FF9D1E0940}" type="presOf" srcId="{881EBB5A-B441-4723-9A2C-183D88E30925}" destId="{31D2EC52-ABD0-43FC-82E0-3E439D83C2A1}" srcOrd="0" destOrd="0" presId="urn:microsoft.com/office/officeart/2005/8/layout/hList9"/>
    <dgm:cxn modelId="{A207567D-55F1-4CA4-90A3-096E15F2AAD3}" type="presOf" srcId="{26A84D11-A2B3-4B79-B589-9B05662A14D4}" destId="{86840AB0-F06E-489C-81C6-8F56CBD7F654}" srcOrd="0" destOrd="0" presId="urn:microsoft.com/office/officeart/2005/8/layout/hList9"/>
    <dgm:cxn modelId="{5F480B86-DDF5-4508-BC28-AE004C4CA9D5}" srcId="{A7245147-9B6A-4EA0-9674-83036D808029}" destId="{881EBB5A-B441-4723-9A2C-183D88E30925}" srcOrd="0" destOrd="0" parTransId="{CCD927CC-3906-404B-B0AB-D9944969E2B0}" sibTransId="{CE6B4EE2-24CF-41D5-BC75-899C5A1EF677}"/>
    <dgm:cxn modelId="{8BE95D8E-7E43-42E9-AFED-AFEB9D01CCA8}" type="presOf" srcId="{218BED12-924E-4438-BC64-A0F4BDF2010D}" destId="{168030A1-EFD5-421F-8A5B-09C9AB22D6B6}" srcOrd="1" destOrd="0" presId="urn:microsoft.com/office/officeart/2005/8/layout/hList9"/>
    <dgm:cxn modelId="{C45C79A5-7ABA-45F0-9B34-5940D0F98470}" type="presOf" srcId="{96407A37-3D39-461F-8249-DFC6B886E19C}" destId="{17B466E8-C045-49A3-9968-A07747604602}" srcOrd="0" destOrd="0" presId="urn:microsoft.com/office/officeart/2005/8/layout/hList9"/>
    <dgm:cxn modelId="{9ED32DB6-8139-4422-88DE-76A7F9FCE0C0}" srcId="{A7245147-9B6A-4EA0-9674-83036D808029}" destId="{23063914-93B9-4818-BFF2-69C043254EB8}" srcOrd="1" destOrd="0" parTransId="{86BCB3BB-8566-4550-8A62-3A3C29170345}" sibTransId="{AA105386-2276-4CA0-AFDE-B5F276DCFE85}"/>
    <dgm:cxn modelId="{118580D6-3E64-4324-B393-6CBD0BC15E93}" type="presOf" srcId="{218BED12-924E-4438-BC64-A0F4BDF2010D}" destId="{8185429B-CFC8-469C-B2BC-8C88F3B66899}" srcOrd="0" destOrd="0" presId="urn:microsoft.com/office/officeart/2005/8/layout/hList9"/>
    <dgm:cxn modelId="{06314BDC-47F9-445C-9624-987FE3D7509E}" type="presOf" srcId="{23063914-93B9-4818-BFF2-69C043254EB8}" destId="{29E545B8-A771-40A3-A4A2-B5D0E74EAC7F}" srcOrd="1" destOrd="0" presId="urn:microsoft.com/office/officeart/2005/8/layout/hList9"/>
    <dgm:cxn modelId="{EC2B0EEF-1240-4E94-B5BF-0DA9D668C1DA}" type="presOf" srcId="{96407A37-3D39-461F-8249-DFC6B886E19C}" destId="{E0CAAC10-95EC-4906-B824-48BAFD6C28F6}" srcOrd="1" destOrd="0" presId="urn:microsoft.com/office/officeart/2005/8/layout/hList9"/>
    <dgm:cxn modelId="{E26A0BF7-423A-469A-BC56-436DD797C072}" type="presOf" srcId="{881EBB5A-B441-4723-9A2C-183D88E30925}" destId="{D57AACCD-9CDD-47A6-8979-316073670CA6}" srcOrd="1" destOrd="0" presId="urn:microsoft.com/office/officeart/2005/8/layout/hList9"/>
    <dgm:cxn modelId="{427E4F6B-F82D-4760-8099-4F0261741B30}" type="presParOf" srcId="{86840AB0-F06E-489C-81C6-8F56CBD7F654}" destId="{8B155C05-749A-4BB0-AE6C-C5FBBDA41115}" srcOrd="0" destOrd="0" presId="urn:microsoft.com/office/officeart/2005/8/layout/hList9"/>
    <dgm:cxn modelId="{CF2D6914-C4B4-4621-BD16-7B4C7AD5FDA9}" type="presParOf" srcId="{86840AB0-F06E-489C-81C6-8F56CBD7F654}" destId="{4917BA96-87D8-465A-956E-EA8DE866C6B6}" srcOrd="1" destOrd="0" presId="urn:microsoft.com/office/officeart/2005/8/layout/hList9"/>
    <dgm:cxn modelId="{EE386B01-2041-44B3-814F-FF3F9112BD44}" type="presParOf" srcId="{4917BA96-87D8-465A-956E-EA8DE866C6B6}" destId="{EE105D1B-2232-4840-9BBE-8FAF71C15EB3}" srcOrd="0" destOrd="0" presId="urn:microsoft.com/office/officeart/2005/8/layout/hList9"/>
    <dgm:cxn modelId="{EE47400D-09FA-421C-90B1-F503E8B6F742}" type="presParOf" srcId="{4917BA96-87D8-465A-956E-EA8DE866C6B6}" destId="{BB176A67-6D47-4F69-A44A-791CE08DBD0B}" srcOrd="1" destOrd="0" presId="urn:microsoft.com/office/officeart/2005/8/layout/hList9"/>
    <dgm:cxn modelId="{1F90D5FE-DCE9-4F9B-AC71-A727C0EFB785}" type="presParOf" srcId="{BB176A67-6D47-4F69-A44A-791CE08DBD0B}" destId="{31D2EC52-ABD0-43FC-82E0-3E439D83C2A1}" srcOrd="0" destOrd="0" presId="urn:microsoft.com/office/officeart/2005/8/layout/hList9"/>
    <dgm:cxn modelId="{F050715A-984F-4C70-9728-2F3FE661E0FF}" type="presParOf" srcId="{BB176A67-6D47-4F69-A44A-791CE08DBD0B}" destId="{D57AACCD-9CDD-47A6-8979-316073670CA6}" srcOrd="1" destOrd="0" presId="urn:microsoft.com/office/officeart/2005/8/layout/hList9"/>
    <dgm:cxn modelId="{F389A952-995C-452A-AC5E-B5A79400460C}" type="presParOf" srcId="{4917BA96-87D8-465A-956E-EA8DE866C6B6}" destId="{110BACC4-EC1C-49BF-BD4B-510441148E29}" srcOrd="2" destOrd="0" presId="urn:microsoft.com/office/officeart/2005/8/layout/hList9"/>
    <dgm:cxn modelId="{0D5ED66B-9350-4885-A6D3-E341C2EEAC51}" type="presParOf" srcId="{110BACC4-EC1C-49BF-BD4B-510441148E29}" destId="{260D47EE-C012-4E11-BAA9-37F090A6FB7C}" srcOrd="0" destOrd="0" presId="urn:microsoft.com/office/officeart/2005/8/layout/hList9"/>
    <dgm:cxn modelId="{5887C45E-524A-491B-8A84-EE74800E4905}" type="presParOf" srcId="{110BACC4-EC1C-49BF-BD4B-510441148E29}" destId="{29E545B8-A771-40A3-A4A2-B5D0E74EAC7F}" srcOrd="1" destOrd="0" presId="urn:microsoft.com/office/officeart/2005/8/layout/hList9"/>
    <dgm:cxn modelId="{47E009C8-B44B-47C9-8D8D-EE81E0811A14}" type="presParOf" srcId="{86840AB0-F06E-489C-81C6-8F56CBD7F654}" destId="{F662890B-BE69-40C1-9B6D-376A4E2A5DBC}" srcOrd="2" destOrd="0" presId="urn:microsoft.com/office/officeart/2005/8/layout/hList9"/>
    <dgm:cxn modelId="{0D6A2B5F-0000-48EE-9293-4AB96D59C481}" type="presParOf" srcId="{86840AB0-F06E-489C-81C6-8F56CBD7F654}" destId="{9054E761-70EA-456F-A71E-A85C935F9E36}" srcOrd="3" destOrd="0" presId="urn:microsoft.com/office/officeart/2005/8/layout/hList9"/>
    <dgm:cxn modelId="{61B87ADA-E36F-4B61-9C01-F527BC687482}" type="presParOf" srcId="{86840AB0-F06E-489C-81C6-8F56CBD7F654}" destId="{BB8D1840-62C8-4A86-8736-0E21D6955032}" srcOrd="4" destOrd="0" presId="urn:microsoft.com/office/officeart/2005/8/layout/hList9"/>
    <dgm:cxn modelId="{C81E40B3-6F1E-4799-AA88-08AD7587B13D}" type="presParOf" srcId="{86840AB0-F06E-489C-81C6-8F56CBD7F654}" destId="{BA3192A4-38F8-48A8-AFC0-1748CB3203D4}" srcOrd="5" destOrd="0" presId="urn:microsoft.com/office/officeart/2005/8/layout/hList9"/>
    <dgm:cxn modelId="{F8BA41E7-5372-4F87-AEA3-42B496EF6D2C}" type="presParOf" srcId="{86840AB0-F06E-489C-81C6-8F56CBD7F654}" destId="{9373CF16-7639-4E81-B12F-B780CB3D34FB}" srcOrd="6" destOrd="0" presId="urn:microsoft.com/office/officeart/2005/8/layout/hList9"/>
    <dgm:cxn modelId="{B81F9401-9316-4E3B-AD8D-9E6C0BEE4D7A}" type="presParOf" srcId="{9373CF16-7639-4E81-B12F-B780CB3D34FB}" destId="{BA039AE3-A29E-4169-BEC3-AB305C77E8CB}" srcOrd="0" destOrd="0" presId="urn:microsoft.com/office/officeart/2005/8/layout/hList9"/>
    <dgm:cxn modelId="{4090DF8A-4B3D-45A7-B238-70E8A853BB8E}" type="presParOf" srcId="{9373CF16-7639-4E81-B12F-B780CB3D34FB}" destId="{DA213836-CF9A-4253-936B-5B240B5853E8}" srcOrd="1" destOrd="0" presId="urn:microsoft.com/office/officeart/2005/8/layout/hList9"/>
    <dgm:cxn modelId="{934B6B05-4FE7-497A-9A48-77F8C7951702}" type="presParOf" srcId="{DA213836-CF9A-4253-936B-5B240B5853E8}" destId="{8185429B-CFC8-469C-B2BC-8C88F3B66899}" srcOrd="0" destOrd="0" presId="urn:microsoft.com/office/officeart/2005/8/layout/hList9"/>
    <dgm:cxn modelId="{C298974B-1B4E-458D-9CEB-5A0334B80CD8}" type="presParOf" srcId="{DA213836-CF9A-4253-936B-5B240B5853E8}" destId="{168030A1-EFD5-421F-8A5B-09C9AB22D6B6}" srcOrd="1" destOrd="0" presId="urn:microsoft.com/office/officeart/2005/8/layout/hList9"/>
    <dgm:cxn modelId="{265585CA-11F1-468E-BAD5-B67FF3E850EE}" type="presParOf" srcId="{9373CF16-7639-4E81-B12F-B780CB3D34FB}" destId="{04AAE6BD-F853-44C1-A0AE-C7DE5A22EC0F}" srcOrd="2" destOrd="0" presId="urn:microsoft.com/office/officeart/2005/8/layout/hList9"/>
    <dgm:cxn modelId="{7254CA86-BD1A-4CB9-A25B-2E6C3CE745CA}" type="presParOf" srcId="{04AAE6BD-F853-44C1-A0AE-C7DE5A22EC0F}" destId="{17B466E8-C045-49A3-9968-A07747604602}" srcOrd="0" destOrd="0" presId="urn:microsoft.com/office/officeart/2005/8/layout/hList9"/>
    <dgm:cxn modelId="{322115E5-0D5E-4814-9F8C-A2F65909FF9F}" type="presParOf" srcId="{04AAE6BD-F853-44C1-A0AE-C7DE5A22EC0F}" destId="{E0CAAC10-95EC-4906-B824-48BAFD6C28F6}" srcOrd="1" destOrd="0" presId="urn:microsoft.com/office/officeart/2005/8/layout/hList9"/>
    <dgm:cxn modelId="{DBAC9DCD-2A27-44B9-B704-E1CE23129653}" type="presParOf" srcId="{86840AB0-F06E-489C-81C6-8F56CBD7F654}" destId="{74DB8470-9051-4B3A-9D5F-6C68B8809982}" srcOrd="7" destOrd="0" presId="urn:microsoft.com/office/officeart/2005/8/layout/hList9"/>
    <dgm:cxn modelId="{9C7FFC7C-67A2-4B88-A447-86375DF685EE}" type="presParOf" srcId="{86840AB0-F06E-489C-81C6-8F56CBD7F654}" destId="{41B3A7ED-9F69-4F3C-91B6-6254C57778C9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A84D11-A2B3-4B79-B589-9B05662A14D4}" type="doc">
      <dgm:prSet loTypeId="urn:microsoft.com/office/officeart/2005/8/layout/hList9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245147-9B6A-4EA0-9674-83036D808029}">
      <dgm:prSet phldrT="[Text]" phldr="0"/>
      <dgm:spPr/>
      <dgm:t>
        <a:bodyPr/>
        <a:lstStyle/>
        <a:p>
          <a:pPr rtl="0"/>
          <a:r>
            <a:rPr lang="en-US" b="1"/>
            <a:t>Algorithms</a:t>
          </a:r>
          <a:r>
            <a:rPr lang="en-US"/>
            <a:t>:</a:t>
          </a:r>
          <a:endParaRPr lang="en-US" b="0">
            <a:latin typeface="Posterama"/>
          </a:endParaRPr>
        </a:p>
      </dgm:t>
    </dgm:pt>
    <dgm:pt modelId="{98DAD49C-4F88-4604-B440-858F2DA6D5BB}" type="parTrans" cxnId="{2B4B880B-A488-4E14-B5A8-D71ECD91D4EF}">
      <dgm:prSet/>
      <dgm:spPr/>
      <dgm:t>
        <a:bodyPr/>
        <a:lstStyle/>
        <a:p>
          <a:endParaRPr lang="en-US"/>
        </a:p>
      </dgm:t>
    </dgm:pt>
    <dgm:pt modelId="{9DC939F3-228A-4685-95D7-B6A039F1C54B}" type="sibTrans" cxnId="{2B4B880B-A488-4E14-B5A8-D71ECD91D4EF}">
      <dgm:prSet/>
      <dgm:spPr/>
      <dgm:t>
        <a:bodyPr/>
        <a:lstStyle/>
        <a:p>
          <a:endParaRPr lang="en-US"/>
        </a:p>
      </dgm:t>
    </dgm:pt>
    <dgm:pt modelId="{881EBB5A-B441-4723-9A2C-183D88E30925}">
      <dgm:prSet phldrT="[Text]" phldr="0"/>
      <dgm:spPr/>
      <dgm:t>
        <a:bodyPr/>
        <a:lstStyle/>
        <a:p>
          <a:pPr rtl="0"/>
          <a:r>
            <a:rPr lang="en-US" dirty="0"/>
            <a:t> </a:t>
          </a:r>
          <a:r>
            <a:rPr lang="en-US" dirty="0">
              <a:latin typeface="Posterama"/>
            </a:rPr>
            <a:t>DBSCAN: Cluster</a:t>
          </a:r>
          <a:r>
            <a:rPr lang="en-US" dirty="0"/>
            <a:t> pallets within 500m proximity and 2-hour time windows.</a:t>
          </a:r>
        </a:p>
      </dgm:t>
    </dgm:pt>
    <dgm:pt modelId="{CCD927CC-3906-404B-B0AB-D9944969E2B0}" type="parTrans" cxnId="{5F480B86-DDF5-4508-BC28-AE004C4CA9D5}">
      <dgm:prSet/>
      <dgm:spPr/>
      <dgm:t>
        <a:bodyPr/>
        <a:lstStyle/>
        <a:p>
          <a:endParaRPr lang="en-US"/>
        </a:p>
      </dgm:t>
    </dgm:pt>
    <dgm:pt modelId="{CE6B4EE2-24CF-41D5-BC75-899C5A1EF677}" type="sibTrans" cxnId="{5F480B86-DDF5-4508-BC28-AE004C4CA9D5}">
      <dgm:prSet/>
      <dgm:spPr/>
      <dgm:t>
        <a:bodyPr/>
        <a:lstStyle/>
        <a:p>
          <a:endParaRPr lang="en-US"/>
        </a:p>
      </dgm:t>
    </dgm:pt>
    <dgm:pt modelId="{23063914-93B9-4818-BFF2-69C043254EB8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Haversine Distance: Calculate</a:t>
          </a:r>
          <a:r>
            <a:rPr lang="en-US" dirty="0"/>
            <a:t> distance between pallet pings and known routes.</a:t>
          </a:r>
        </a:p>
      </dgm:t>
    </dgm:pt>
    <dgm:pt modelId="{86BCB3BB-8566-4550-8A62-3A3C29170345}" type="parTrans" cxnId="{9ED32DB6-8139-4422-88DE-76A7F9FCE0C0}">
      <dgm:prSet/>
      <dgm:spPr/>
      <dgm:t>
        <a:bodyPr/>
        <a:lstStyle/>
        <a:p>
          <a:endParaRPr lang="en-US"/>
        </a:p>
      </dgm:t>
    </dgm:pt>
    <dgm:pt modelId="{AA105386-2276-4CA0-AFDE-B5F276DCFE85}" type="sibTrans" cxnId="{9ED32DB6-8139-4422-88DE-76A7F9FCE0C0}">
      <dgm:prSet/>
      <dgm:spPr/>
      <dgm:t>
        <a:bodyPr/>
        <a:lstStyle/>
        <a:p>
          <a:endParaRPr lang="en-US"/>
        </a:p>
      </dgm:t>
    </dgm:pt>
    <dgm:pt modelId="{254A723D-7CA5-4CCA-9A8F-9E97E143ADFA}">
      <dgm:prSet phldrT="[Text]" phldr="0"/>
      <dgm:spPr/>
      <dgm:t>
        <a:bodyPr/>
        <a:lstStyle/>
        <a:p>
          <a:pPr rtl="0"/>
          <a:r>
            <a:rPr lang="en-US" b="1" dirty="0"/>
            <a:t>Key Metrics</a:t>
          </a:r>
          <a:r>
            <a:rPr lang="en-US" dirty="0"/>
            <a:t>:</a:t>
          </a:r>
        </a:p>
      </dgm:t>
    </dgm:pt>
    <dgm:pt modelId="{CBF5B5F4-E9C4-4B27-8D24-B95FA7335DEE}" type="parTrans" cxnId="{AC1BA463-E7A4-4F01-860E-90AF62A4AD72}">
      <dgm:prSet/>
      <dgm:spPr/>
      <dgm:t>
        <a:bodyPr/>
        <a:lstStyle/>
        <a:p>
          <a:endParaRPr lang="en-US"/>
        </a:p>
      </dgm:t>
    </dgm:pt>
    <dgm:pt modelId="{6D4BEEBB-9FF2-48E8-8049-8393A33E2EBE}" type="sibTrans" cxnId="{AC1BA463-E7A4-4F01-860E-90AF62A4AD72}">
      <dgm:prSet/>
      <dgm:spPr/>
      <dgm:t>
        <a:bodyPr/>
        <a:lstStyle/>
        <a:p>
          <a:endParaRPr lang="en-US"/>
        </a:p>
      </dgm:t>
    </dgm:pt>
    <dgm:pt modelId="{218BED12-924E-4438-BC64-A0F4BDF2010D}">
      <dgm:prSet phldrT="[Text]" phldr="0"/>
      <dgm:spPr/>
      <dgm:t>
        <a:bodyPr/>
        <a:lstStyle/>
        <a:p>
          <a:pPr rtl="0"/>
          <a:r>
            <a:rPr lang="en-US" dirty="0"/>
            <a:t> </a:t>
          </a:r>
          <a:r>
            <a:rPr lang="en-US" b="1" dirty="0"/>
            <a:t>85% </a:t>
          </a:r>
          <a:r>
            <a:rPr lang="en-US" dirty="0">
              <a:latin typeface="Posterama"/>
            </a:rPr>
            <a:t>adherence: Pallets</a:t>
          </a:r>
          <a:r>
            <a:rPr lang="en-US" dirty="0"/>
            <a:t> stayed within 1 km of assigned routes.</a:t>
          </a:r>
        </a:p>
      </dgm:t>
    </dgm:pt>
    <dgm:pt modelId="{3B362D5B-1281-40B8-A7C4-4C7C1001315A}" type="parTrans" cxnId="{EF60E757-CBFD-42E3-96D2-5062CE58F09D}">
      <dgm:prSet/>
      <dgm:spPr/>
      <dgm:t>
        <a:bodyPr/>
        <a:lstStyle/>
        <a:p>
          <a:endParaRPr lang="en-US"/>
        </a:p>
      </dgm:t>
    </dgm:pt>
    <dgm:pt modelId="{D8A45285-F17E-4BB2-99D0-323A5A8BE521}" type="sibTrans" cxnId="{EF60E757-CBFD-42E3-96D2-5062CE58F09D}">
      <dgm:prSet/>
      <dgm:spPr/>
      <dgm:t>
        <a:bodyPr/>
        <a:lstStyle/>
        <a:p>
          <a:endParaRPr lang="en-US"/>
        </a:p>
      </dgm:t>
    </dgm:pt>
    <dgm:pt modelId="{96407A37-3D39-461F-8249-DFC6B886E19C}">
      <dgm:prSet phldrT="[Text]" phldr="0"/>
      <dgm:spPr/>
      <dgm:t>
        <a:bodyPr/>
        <a:lstStyle/>
        <a:p>
          <a:pPr rtl="0"/>
          <a:r>
            <a:rPr lang="en-US" b="1" dirty="0"/>
            <a:t>15% </a:t>
          </a:r>
          <a:r>
            <a:rPr lang="en-US" dirty="0">
              <a:latin typeface="Posterama"/>
            </a:rPr>
            <a:t>deviation: 10</a:t>
          </a:r>
          <a:r>
            <a:rPr lang="en-US" dirty="0"/>
            <a:t>% temporary (recovered), 5% permanent loss.</a:t>
          </a:r>
        </a:p>
      </dgm:t>
    </dgm:pt>
    <dgm:pt modelId="{499ECFC3-BD1B-4EB2-9F44-7A333F94180F}" type="parTrans" cxnId="{CD22FC66-0243-4B44-922C-F5EBEBD437BA}">
      <dgm:prSet/>
      <dgm:spPr/>
      <dgm:t>
        <a:bodyPr/>
        <a:lstStyle/>
        <a:p>
          <a:endParaRPr lang="en-US"/>
        </a:p>
      </dgm:t>
    </dgm:pt>
    <dgm:pt modelId="{81050872-852A-4D8F-AA3C-C7C2BA527DF5}" type="sibTrans" cxnId="{CD22FC66-0243-4B44-922C-F5EBEBD437BA}">
      <dgm:prSet/>
      <dgm:spPr/>
      <dgm:t>
        <a:bodyPr/>
        <a:lstStyle/>
        <a:p>
          <a:endParaRPr lang="en-US"/>
        </a:p>
      </dgm:t>
    </dgm:pt>
    <dgm:pt modelId="{86840AB0-F06E-489C-81C6-8F56CBD7F654}" type="pres">
      <dgm:prSet presAssocID="{26A84D11-A2B3-4B79-B589-9B05662A14D4}" presName="list" presStyleCnt="0">
        <dgm:presLayoutVars>
          <dgm:dir/>
          <dgm:animLvl val="lvl"/>
        </dgm:presLayoutVars>
      </dgm:prSet>
      <dgm:spPr/>
    </dgm:pt>
    <dgm:pt modelId="{8B155C05-749A-4BB0-AE6C-C5FBBDA41115}" type="pres">
      <dgm:prSet presAssocID="{A7245147-9B6A-4EA0-9674-83036D808029}" presName="posSpace" presStyleCnt="0"/>
      <dgm:spPr/>
    </dgm:pt>
    <dgm:pt modelId="{4917BA96-87D8-465A-956E-EA8DE866C6B6}" type="pres">
      <dgm:prSet presAssocID="{A7245147-9B6A-4EA0-9674-83036D808029}" presName="vertFlow" presStyleCnt="0"/>
      <dgm:spPr/>
    </dgm:pt>
    <dgm:pt modelId="{EE105D1B-2232-4840-9BBE-8FAF71C15EB3}" type="pres">
      <dgm:prSet presAssocID="{A7245147-9B6A-4EA0-9674-83036D808029}" presName="topSpace" presStyleCnt="0"/>
      <dgm:spPr/>
    </dgm:pt>
    <dgm:pt modelId="{BB176A67-6D47-4F69-A44A-791CE08DBD0B}" type="pres">
      <dgm:prSet presAssocID="{A7245147-9B6A-4EA0-9674-83036D808029}" presName="firstComp" presStyleCnt="0"/>
      <dgm:spPr/>
    </dgm:pt>
    <dgm:pt modelId="{31D2EC52-ABD0-43FC-82E0-3E439D83C2A1}" type="pres">
      <dgm:prSet presAssocID="{A7245147-9B6A-4EA0-9674-83036D808029}" presName="firstChild" presStyleLbl="bgAccFollowNode1" presStyleIdx="0" presStyleCnt="4"/>
      <dgm:spPr/>
    </dgm:pt>
    <dgm:pt modelId="{D57AACCD-9CDD-47A6-8979-316073670CA6}" type="pres">
      <dgm:prSet presAssocID="{A7245147-9B6A-4EA0-9674-83036D808029}" presName="firstChildTx" presStyleLbl="bgAccFollowNode1" presStyleIdx="0" presStyleCnt="4">
        <dgm:presLayoutVars>
          <dgm:bulletEnabled val="1"/>
        </dgm:presLayoutVars>
      </dgm:prSet>
      <dgm:spPr/>
    </dgm:pt>
    <dgm:pt modelId="{110BACC4-EC1C-49BF-BD4B-510441148E29}" type="pres">
      <dgm:prSet presAssocID="{23063914-93B9-4818-BFF2-69C043254EB8}" presName="comp" presStyleCnt="0"/>
      <dgm:spPr/>
    </dgm:pt>
    <dgm:pt modelId="{260D47EE-C012-4E11-BAA9-37F090A6FB7C}" type="pres">
      <dgm:prSet presAssocID="{23063914-93B9-4818-BFF2-69C043254EB8}" presName="child" presStyleLbl="bgAccFollowNode1" presStyleIdx="1" presStyleCnt="4"/>
      <dgm:spPr/>
    </dgm:pt>
    <dgm:pt modelId="{29E545B8-A771-40A3-A4A2-B5D0E74EAC7F}" type="pres">
      <dgm:prSet presAssocID="{23063914-93B9-4818-BFF2-69C043254EB8}" presName="childTx" presStyleLbl="bgAccFollowNode1" presStyleIdx="1" presStyleCnt="4">
        <dgm:presLayoutVars>
          <dgm:bulletEnabled val="1"/>
        </dgm:presLayoutVars>
      </dgm:prSet>
      <dgm:spPr/>
    </dgm:pt>
    <dgm:pt modelId="{F662890B-BE69-40C1-9B6D-376A4E2A5DBC}" type="pres">
      <dgm:prSet presAssocID="{A7245147-9B6A-4EA0-9674-83036D808029}" presName="negSpace" presStyleCnt="0"/>
      <dgm:spPr/>
    </dgm:pt>
    <dgm:pt modelId="{9054E761-70EA-456F-A71E-A85C935F9E36}" type="pres">
      <dgm:prSet presAssocID="{A7245147-9B6A-4EA0-9674-83036D808029}" presName="circle" presStyleLbl="node1" presStyleIdx="0" presStyleCnt="2"/>
      <dgm:spPr/>
    </dgm:pt>
    <dgm:pt modelId="{BB8D1840-62C8-4A86-8736-0E21D6955032}" type="pres">
      <dgm:prSet presAssocID="{9DC939F3-228A-4685-95D7-B6A039F1C54B}" presName="transSpace" presStyleCnt="0"/>
      <dgm:spPr/>
    </dgm:pt>
    <dgm:pt modelId="{BA3192A4-38F8-48A8-AFC0-1748CB3203D4}" type="pres">
      <dgm:prSet presAssocID="{254A723D-7CA5-4CCA-9A8F-9E97E143ADFA}" presName="posSpace" presStyleCnt="0"/>
      <dgm:spPr/>
    </dgm:pt>
    <dgm:pt modelId="{9373CF16-7639-4E81-B12F-B780CB3D34FB}" type="pres">
      <dgm:prSet presAssocID="{254A723D-7CA5-4CCA-9A8F-9E97E143ADFA}" presName="vertFlow" presStyleCnt="0"/>
      <dgm:spPr/>
    </dgm:pt>
    <dgm:pt modelId="{BA039AE3-A29E-4169-BEC3-AB305C77E8CB}" type="pres">
      <dgm:prSet presAssocID="{254A723D-7CA5-4CCA-9A8F-9E97E143ADFA}" presName="topSpace" presStyleCnt="0"/>
      <dgm:spPr/>
    </dgm:pt>
    <dgm:pt modelId="{DA213836-CF9A-4253-936B-5B240B5853E8}" type="pres">
      <dgm:prSet presAssocID="{254A723D-7CA5-4CCA-9A8F-9E97E143ADFA}" presName="firstComp" presStyleCnt="0"/>
      <dgm:spPr/>
    </dgm:pt>
    <dgm:pt modelId="{8185429B-CFC8-469C-B2BC-8C88F3B66899}" type="pres">
      <dgm:prSet presAssocID="{254A723D-7CA5-4CCA-9A8F-9E97E143ADFA}" presName="firstChild" presStyleLbl="bgAccFollowNode1" presStyleIdx="2" presStyleCnt="4"/>
      <dgm:spPr/>
    </dgm:pt>
    <dgm:pt modelId="{168030A1-EFD5-421F-8A5B-09C9AB22D6B6}" type="pres">
      <dgm:prSet presAssocID="{254A723D-7CA5-4CCA-9A8F-9E97E143ADFA}" presName="firstChildTx" presStyleLbl="bgAccFollowNode1" presStyleIdx="2" presStyleCnt="4">
        <dgm:presLayoutVars>
          <dgm:bulletEnabled val="1"/>
        </dgm:presLayoutVars>
      </dgm:prSet>
      <dgm:spPr/>
    </dgm:pt>
    <dgm:pt modelId="{04AAE6BD-F853-44C1-A0AE-C7DE5A22EC0F}" type="pres">
      <dgm:prSet presAssocID="{96407A37-3D39-461F-8249-DFC6B886E19C}" presName="comp" presStyleCnt="0"/>
      <dgm:spPr/>
    </dgm:pt>
    <dgm:pt modelId="{17B466E8-C045-49A3-9968-A07747604602}" type="pres">
      <dgm:prSet presAssocID="{96407A37-3D39-461F-8249-DFC6B886E19C}" presName="child" presStyleLbl="bgAccFollowNode1" presStyleIdx="3" presStyleCnt="4"/>
      <dgm:spPr/>
    </dgm:pt>
    <dgm:pt modelId="{E0CAAC10-95EC-4906-B824-48BAFD6C28F6}" type="pres">
      <dgm:prSet presAssocID="{96407A37-3D39-461F-8249-DFC6B886E19C}" presName="childTx" presStyleLbl="bgAccFollowNode1" presStyleIdx="3" presStyleCnt="4">
        <dgm:presLayoutVars>
          <dgm:bulletEnabled val="1"/>
        </dgm:presLayoutVars>
      </dgm:prSet>
      <dgm:spPr/>
    </dgm:pt>
    <dgm:pt modelId="{74DB8470-9051-4B3A-9D5F-6C68B8809982}" type="pres">
      <dgm:prSet presAssocID="{254A723D-7CA5-4CCA-9A8F-9E97E143ADFA}" presName="negSpace" presStyleCnt="0"/>
      <dgm:spPr/>
    </dgm:pt>
    <dgm:pt modelId="{41B3A7ED-9F69-4F3C-91B6-6254C57778C9}" type="pres">
      <dgm:prSet presAssocID="{254A723D-7CA5-4CCA-9A8F-9E97E143ADFA}" presName="circle" presStyleLbl="node1" presStyleIdx="1" presStyleCnt="2"/>
      <dgm:spPr/>
    </dgm:pt>
  </dgm:ptLst>
  <dgm:cxnLst>
    <dgm:cxn modelId="{2B4B880B-A488-4E14-B5A8-D71ECD91D4EF}" srcId="{26A84D11-A2B3-4B79-B589-9B05662A14D4}" destId="{A7245147-9B6A-4EA0-9674-83036D808029}" srcOrd="0" destOrd="0" parTransId="{98DAD49C-4F88-4604-B440-858F2DA6D5BB}" sibTransId="{9DC939F3-228A-4685-95D7-B6A039F1C54B}"/>
    <dgm:cxn modelId="{86D33814-780F-4037-91FD-AC128F82ED2C}" type="presOf" srcId="{254A723D-7CA5-4CCA-9A8F-9E97E143ADFA}" destId="{41B3A7ED-9F69-4F3C-91B6-6254C57778C9}" srcOrd="0" destOrd="0" presId="urn:microsoft.com/office/officeart/2005/8/layout/hList9"/>
    <dgm:cxn modelId="{AC1BA463-E7A4-4F01-860E-90AF62A4AD72}" srcId="{26A84D11-A2B3-4B79-B589-9B05662A14D4}" destId="{254A723D-7CA5-4CCA-9A8F-9E97E143ADFA}" srcOrd="1" destOrd="0" parTransId="{CBF5B5F4-E9C4-4B27-8D24-B95FA7335DEE}" sibTransId="{6D4BEEBB-9FF2-48E8-8049-8393A33E2EBE}"/>
    <dgm:cxn modelId="{3EE0A245-A0AA-4223-9164-3FFFB39BD15E}" type="presOf" srcId="{A7245147-9B6A-4EA0-9674-83036D808029}" destId="{9054E761-70EA-456F-A71E-A85C935F9E36}" srcOrd="0" destOrd="0" presId="urn:microsoft.com/office/officeart/2005/8/layout/hList9"/>
    <dgm:cxn modelId="{CD22FC66-0243-4B44-922C-F5EBEBD437BA}" srcId="{254A723D-7CA5-4CCA-9A8F-9E97E143ADFA}" destId="{96407A37-3D39-461F-8249-DFC6B886E19C}" srcOrd="1" destOrd="0" parTransId="{499ECFC3-BD1B-4EB2-9F44-7A333F94180F}" sibTransId="{81050872-852A-4D8F-AA3C-C7C2BA527DF5}"/>
    <dgm:cxn modelId="{C568CB55-6A35-4EDA-A6CA-A2A8443C19D9}" type="presOf" srcId="{23063914-93B9-4818-BFF2-69C043254EB8}" destId="{260D47EE-C012-4E11-BAA9-37F090A6FB7C}" srcOrd="0" destOrd="0" presId="urn:microsoft.com/office/officeart/2005/8/layout/hList9"/>
    <dgm:cxn modelId="{EF60E757-CBFD-42E3-96D2-5062CE58F09D}" srcId="{254A723D-7CA5-4CCA-9A8F-9E97E143ADFA}" destId="{218BED12-924E-4438-BC64-A0F4BDF2010D}" srcOrd="0" destOrd="0" parTransId="{3B362D5B-1281-40B8-A7C4-4C7C1001315A}" sibTransId="{D8A45285-F17E-4BB2-99D0-323A5A8BE521}"/>
    <dgm:cxn modelId="{36D5B85A-43B0-40B5-87BB-C9FF9D1E0940}" type="presOf" srcId="{881EBB5A-B441-4723-9A2C-183D88E30925}" destId="{31D2EC52-ABD0-43FC-82E0-3E439D83C2A1}" srcOrd="0" destOrd="0" presId="urn:microsoft.com/office/officeart/2005/8/layout/hList9"/>
    <dgm:cxn modelId="{A207567D-55F1-4CA4-90A3-096E15F2AAD3}" type="presOf" srcId="{26A84D11-A2B3-4B79-B589-9B05662A14D4}" destId="{86840AB0-F06E-489C-81C6-8F56CBD7F654}" srcOrd="0" destOrd="0" presId="urn:microsoft.com/office/officeart/2005/8/layout/hList9"/>
    <dgm:cxn modelId="{5F480B86-DDF5-4508-BC28-AE004C4CA9D5}" srcId="{A7245147-9B6A-4EA0-9674-83036D808029}" destId="{881EBB5A-B441-4723-9A2C-183D88E30925}" srcOrd="0" destOrd="0" parTransId="{CCD927CC-3906-404B-B0AB-D9944969E2B0}" sibTransId="{CE6B4EE2-24CF-41D5-BC75-899C5A1EF677}"/>
    <dgm:cxn modelId="{8BE95D8E-7E43-42E9-AFED-AFEB9D01CCA8}" type="presOf" srcId="{218BED12-924E-4438-BC64-A0F4BDF2010D}" destId="{168030A1-EFD5-421F-8A5B-09C9AB22D6B6}" srcOrd="1" destOrd="0" presId="urn:microsoft.com/office/officeart/2005/8/layout/hList9"/>
    <dgm:cxn modelId="{C45C79A5-7ABA-45F0-9B34-5940D0F98470}" type="presOf" srcId="{96407A37-3D39-461F-8249-DFC6B886E19C}" destId="{17B466E8-C045-49A3-9968-A07747604602}" srcOrd="0" destOrd="0" presId="urn:microsoft.com/office/officeart/2005/8/layout/hList9"/>
    <dgm:cxn modelId="{9ED32DB6-8139-4422-88DE-76A7F9FCE0C0}" srcId="{A7245147-9B6A-4EA0-9674-83036D808029}" destId="{23063914-93B9-4818-BFF2-69C043254EB8}" srcOrd="1" destOrd="0" parTransId="{86BCB3BB-8566-4550-8A62-3A3C29170345}" sibTransId="{AA105386-2276-4CA0-AFDE-B5F276DCFE85}"/>
    <dgm:cxn modelId="{118580D6-3E64-4324-B393-6CBD0BC15E93}" type="presOf" srcId="{218BED12-924E-4438-BC64-A0F4BDF2010D}" destId="{8185429B-CFC8-469C-B2BC-8C88F3B66899}" srcOrd="0" destOrd="0" presId="urn:microsoft.com/office/officeart/2005/8/layout/hList9"/>
    <dgm:cxn modelId="{06314BDC-47F9-445C-9624-987FE3D7509E}" type="presOf" srcId="{23063914-93B9-4818-BFF2-69C043254EB8}" destId="{29E545B8-A771-40A3-A4A2-B5D0E74EAC7F}" srcOrd="1" destOrd="0" presId="urn:microsoft.com/office/officeart/2005/8/layout/hList9"/>
    <dgm:cxn modelId="{EC2B0EEF-1240-4E94-B5BF-0DA9D668C1DA}" type="presOf" srcId="{96407A37-3D39-461F-8249-DFC6B886E19C}" destId="{E0CAAC10-95EC-4906-B824-48BAFD6C28F6}" srcOrd="1" destOrd="0" presId="urn:microsoft.com/office/officeart/2005/8/layout/hList9"/>
    <dgm:cxn modelId="{E26A0BF7-423A-469A-BC56-436DD797C072}" type="presOf" srcId="{881EBB5A-B441-4723-9A2C-183D88E30925}" destId="{D57AACCD-9CDD-47A6-8979-316073670CA6}" srcOrd="1" destOrd="0" presId="urn:microsoft.com/office/officeart/2005/8/layout/hList9"/>
    <dgm:cxn modelId="{427E4F6B-F82D-4760-8099-4F0261741B30}" type="presParOf" srcId="{86840AB0-F06E-489C-81C6-8F56CBD7F654}" destId="{8B155C05-749A-4BB0-AE6C-C5FBBDA41115}" srcOrd="0" destOrd="0" presId="urn:microsoft.com/office/officeart/2005/8/layout/hList9"/>
    <dgm:cxn modelId="{CF2D6914-C4B4-4621-BD16-7B4C7AD5FDA9}" type="presParOf" srcId="{86840AB0-F06E-489C-81C6-8F56CBD7F654}" destId="{4917BA96-87D8-465A-956E-EA8DE866C6B6}" srcOrd="1" destOrd="0" presId="urn:microsoft.com/office/officeart/2005/8/layout/hList9"/>
    <dgm:cxn modelId="{EE386B01-2041-44B3-814F-FF3F9112BD44}" type="presParOf" srcId="{4917BA96-87D8-465A-956E-EA8DE866C6B6}" destId="{EE105D1B-2232-4840-9BBE-8FAF71C15EB3}" srcOrd="0" destOrd="0" presId="urn:microsoft.com/office/officeart/2005/8/layout/hList9"/>
    <dgm:cxn modelId="{EE47400D-09FA-421C-90B1-F503E8B6F742}" type="presParOf" srcId="{4917BA96-87D8-465A-956E-EA8DE866C6B6}" destId="{BB176A67-6D47-4F69-A44A-791CE08DBD0B}" srcOrd="1" destOrd="0" presId="urn:microsoft.com/office/officeart/2005/8/layout/hList9"/>
    <dgm:cxn modelId="{1F90D5FE-DCE9-4F9B-AC71-A727C0EFB785}" type="presParOf" srcId="{BB176A67-6D47-4F69-A44A-791CE08DBD0B}" destId="{31D2EC52-ABD0-43FC-82E0-3E439D83C2A1}" srcOrd="0" destOrd="0" presId="urn:microsoft.com/office/officeart/2005/8/layout/hList9"/>
    <dgm:cxn modelId="{F050715A-984F-4C70-9728-2F3FE661E0FF}" type="presParOf" srcId="{BB176A67-6D47-4F69-A44A-791CE08DBD0B}" destId="{D57AACCD-9CDD-47A6-8979-316073670CA6}" srcOrd="1" destOrd="0" presId="urn:microsoft.com/office/officeart/2005/8/layout/hList9"/>
    <dgm:cxn modelId="{F389A952-995C-452A-AC5E-B5A79400460C}" type="presParOf" srcId="{4917BA96-87D8-465A-956E-EA8DE866C6B6}" destId="{110BACC4-EC1C-49BF-BD4B-510441148E29}" srcOrd="2" destOrd="0" presId="urn:microsoft.com/office/officeart/2005/8/layout/hList9"/>
    <dgm:cxn modelId="{0D5ED66B-9350-4885-A6D3-E341C2EEAC51}" type="presParOf" srcId="{110BACC4-EC1C-49BF-BD4B-510441148E29}" destId="{260D47EE-C012-4E11-BAA9-37F090A6FB7C}" srcOrd="0" destOrd="0" presId="urn:microsoft.com/office/officeart/2005/8/layout/hList9"/>
    <dgm:cxn modelId="{5887C45E-524A-491B-8A84-EE74800E4905}" type="presParOf" srcId="{110BACC4-EC1C-49BF-BD4B-510441148E29}" destId="{29E545B8-A771-40A3-A4A2-B5D0E74EAC7F}" srcOrd="1" destOrd="0" presId="urn:microsoft.com/office/officeart/2005/8/layout/hList9"/>
    <dgm:cxn modelId="{47E009C8-B44B-47C9-8D8D-EE81E0811A14}" type="presParOf" srcId="{86840AB0-F06E-489C-81C6-8F56CBD7F654}" destId="{F662890B-BE69-40C1-9B6D-376A4E2A5DBC}" srcOrd="2" destOrd="0" presId="urn:microsoft.com/office/officeart/2005/8/layout/hList9"/>
    <dgm:cxn modelId="{0D6A2B5F-0000-48EE-9293-4AB96D59C481}" type="presParOf" srcId="{86840AB0-F06E-489C-81C6-8F56CBD7F654}" destId="{9054E761-70EA-456F-A71E-A85C935F9E36}" srcOrd="3" destOrd="0" presId="urn:microsoft.com/office/officeart/2005/8/layout/hList9"/>
    <dgm:cxn modelId="{61B87ADA-E36F-4B61-9C01-F527BC687482}" type="presParOf" srcId="{86840AB0-F06E-489C-81C6-8F56CBD7F654}" destId="{BB8D1840-62C8-4A86-8736-0E21D6955032}" srcOrd="4" destOrd="0" presId="urn:microsoft.com/office/officeart/2005/8/layout/hList9"/>
    <dgm:cxn modelId="{C81E40B3-6F1E-4799-AA88-08AD7587B13D}" type="presParOf" srcId="{86840AB0-F06E-489C-81C6-8F56CBD7F654}" destId="{BA3192A4-38F8-48A8-AFC0-1748CB3203D4}" srcOrd="5" destOrd="0" presId="urn:microsoft.com/office/officeart/2005/8/layout/hList9"/>
    <dgm:cxn modelId="{F8BA41E7-5372-4F87-AEA3-42B496EF6D2C}" type="presParOf" srcId="{86840AB0-F06E-489C-81C6-8F56CBD7F654}" destId="{9373CF16-7639-4E81-B12F-B780CB3D34FB}" srcOrd="6" destOrd="0" presId="urn:microsoft.com/office/officeart/2005/8/layout/hList9"/>
    <dgm:cxn modelId="{B81F9401-9316-4E3B-AD8D-9E6C0BEE4D7A}" type="presParOf" srcId="{9373CF16-7639-4E81-B12F-B780CB3D34FB}" destId="{BA039AE3-A29E-4169-BEC3-AB305C77E8CB}" srcOrd="0" destOrd="0" presId="urn:microsoft.com/office/officeart/2005/8/layout/hList9"/>
    <dgm:cxn modelId="{4090DF8A-4B3D-45A7-B238-70E8A853BB8E}" type="presParOf" srcId="{9373CF16-7639-4E81-B12F-B780CB3D34FB}" destId="{DA213836-CF9A-4253-936B-5B240B5853E8}" srcOrd="1" destOrd="0" presId="urn:microsoft.com/office/officeart/2005/8/layout/hList9"/>
    <dgm:cxn modelId="{934B6B05-4FE7-497A-9A48-77F8C7951702}" type="presParOf" srcId="{DA213836-CF9A-4253-936B-5B240B5853E8}" destId="{8185429B-CFC8-469C-B2BC-8C88F3B66899}" srcOrd="0" destOrd="0" presId="urn:microsoft.com/office/officeart/2005/8/layout/hList9"/>
    <dgm:cxn modelId="{C298974B-1B4E-458D-9CEB-5A0334B80CD8}" type="presParOf" srcId="{DA213836-CF9A-4253-936B-5B240B5853E8}" destId="{168030A1-EFD5-421F-8A5B-09C9AB22D6B6}" srcOrd="1" destOrd="0" presId="urn:microsoft.com/office/officeart/2005/8/layout/hList9"/>
    <dgm:cxn modelId="{265585CA-11F1-468E-BAD5-B67FF3E850EE}" type="presParOf" srcId="{9373CF16-7639-4E81-B12F-B780CB3D34FB}" destId="{04AAE6BD-F853-44C1-A0AE-C7DE5A22EC0F}" srcOrd="2" destOrd="0" presId="urn:microsoft.com/office/officeart/2005/8/layout/hList9"/>
    <dgm:cxn modelId="{7254CA86-BD1A-4CB9-A25B-2E6C3CE745CA}" type="presParOf" srcId="{04AAE6BD-F853-44C1-A0AE-C7DE5A22EC0F}" destId="{17B466E8-C045-49A3-9968-A07747604602}" srcOrd="0" destOrd="0" presId="urn:microsoft.com/office/officeart/2005/8/layout/hList9"/>
    <dgm:cxn modelId="{322115E5-0D5E-4814-9F8C-A2F65909FF9F}" type="presParOf" srcId="{04AAE6BD-F853-44C1-A0AE-C7DE5A22EC0F}" destId="{E0CAAC10-95EC-4906-B824-48BAFD6C28F6}" srcOrd="1" destOrd="0" presId="urn:microsoft.com/office/officeart/2005/8/layout/hList9"/>
    <dgm:cxn modelId="{DBAC9DCD-2A27-44B9-B704-E1CE23129653}" type="presParOf" srcId="{86840AB0-F06E-489C-81C6-8F56CBD7F654}" destId="{74DB8470-9051-4B3A-9D5F-6C68B8809982}" srcOrd="7" destOrd="0" presId="urn:microsoft.com/office/officeart/2005/8/layout/hList9"/>
    <dgm:cxn modelId="{9C7FFC7C-67A2-4B88-A447-86375DF685EE}" type="presParOf" srcId="{86840AB0-F06E-489C-81C6-8F56CBD7F654}" destId="{41B3A7ED-9F69-4F3C-91B6-6254C57778C9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4246B49-F144-447F-B598-5E69D7D3BA75}" type="doc">
      <dgm:prSet loTypeId="urn:microsoft.com/office/officeart/2005/8/layout/vList6" loCatId="process" qsTypeId="urn:microsoft.com/office/officeart/2005/8/quickstyle/3d7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3F447AB-8CDC-4312-9A64-D27233D4E3A5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Algorithm</a:t>
          </a:r>
          <a:endParaRPr lang="en-US" dirty="0"/>
        </a:p>
      </dgm:t>
    </dgm:pt>
    <dgm:pt modelId="{DEC81354-62B1-4F7A-B358-127DF00A9240}" type="parTrans" cxnId="{C45EF4C0-43E3-4B01-A32D-3208009485D7}">
      <dgm:prSet/>
      <dgm:spPr/>
      <dgm:t>
        <a:bodyPr/>
        <a:lstStyle/>
        <a:p>
          <a:endParaRPr lang="en-US"/>
        </a:p>
      </dgm:t>
    </dgm:pt>
    <dgm:pt modelId="{34AF7011-670D-4531-ABCB-E1D19BB9CAE3}" type="sibTrans" cxnId="{C45EF4C0-43E3-4B01-A32D-3208009485D7}">
      <dgm:prSet/>
      <dgm:spPr/>
      <dgm:t>
        <a:bodyPr/>
        <a:lstStyle/>
        <a:p>
          <a:endParaRPr lang="en-US"/>
        </a:p>
      </dgm:t>
    </dgm:pt>
    <dgm:pt modelId="{2EF212AC-C4F2-460D-A522-15FF046F8BB2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Functioning</a:t>
          </a:r>
          <a:endParaRPr lang="en-US" dirty="0"/>
        </a:p>
      </dgm:t>
    </dgm:pt>
    <dgm:pt modelId="{4020639A-A54B-4868-B385-FA41E54AD422}" type="parTrans" cxnId="{8F2D7EA0-F4DD-403C-A498-A19AF77C5A3E}">
      <dgm:prSet/>
      <dgm:spPr/>
      <dgm:t>
        <a:bodyPr/>
        <a:lstStyle/>
        <a:p>
          <a:endParaRPr lang="en-US"/>
        </a:p>
      </dgm:t>
    </dgm:pt>
    <dgm:pt modelId="{3DA5886D-E3B8-45FA-806E-EBEEA744DB84}" type="sibTrans" cxnId="{8F2D7EA0-F4DD-403C-A498-A19AF77C5A3E}">
      <dgm:prSet/>
      <dgm:spPr/>
      <dgm:t>
        <a:bodyPr/>
        <a:lstStyle/>
        <a:p>
          <a:endParaRPr lang="en-US"/>
        </a:p>
      </dgm:t>
    </dgm:pt>
    <dgm:pt modelId="{F2BC491D-DD95-4D4D-8A35-6D73FD824C88}">
      <dgm:prSet phldr="0"/>
      <dgm:spPr/>
      <dgm:t>
        <a:bodyPr/>
        <a:lstStyle/>
        <a:p>
          <a:pPr rtl="0"/>
          <a:r>
            <a:rPr lang="en-US"/>
            <a:t>HMM (Hidden Markov Model)</a:t>
          </a:r>
          <a:endParaRPr lang="en-US">
            <a:latin typeface="Posterama"/>
          </a:endParaRPr>
        </a:p>
      </dgm:t>
    </dgm:pt>
    <dgm:pt modelId="{7141D3C9-5D3E-4398-A8AA-032BC5CA8021}" type="parTrans" cxnId="{08CA9A8F-FA1E-423C-B8E1-74647806E4FD}">
      <dgm:prSet/>
      <dgm:spPr/>
    </dgm:pt>
    <dgm:pt modelId="{6812BD38-30B3-4E9A-8926-4E8387436D9F}" type="sibTrans" cxnId="{08CA9A8F-FA1E-423C-B8E1-74647806E4FD}">
      <dgm:prSet/>
      <dgm:spPr/>
    </dgm:pt>
    <dgm:pt modelId="{EDAA691E-F1C2-400C-A310-6D9D2FF64279}">
      <dgm:prSet phldr="0"/>
      <dgm:spPr/>
      <dgm:t>
        <a:bodyPr/>
        <a:lstStyle/>
        <a:p>
          <a:pPr rtl="0"/>
          <a:r>
            <a:rPr lang="en-US" dirty="0"/>
            <a:t>HMM is great for predicting missing locations when GPS data is sparse.</a:t>
          </a:r>
          <a:endParaRPr lang="en-US" dirty="0">
            <a:latin typeface="Posterama"/>
          </a:endParaRPr>
        </a:p>
      </dgm:t>
    </dgm:pt>
    <dgm:pt modelId="{FDA7404B-8997-402A-82A8-C866B12F9DFB}" type="parTrans" cxnId="{4B7FCFE9-93A0-4964-85AD-C001228A87A8}">
      <dgm:prSet/>
      <dgm:spPr/>
    </dgm:pt>
    <dgm:pt modelId="{4FB5B0A9-2388-414B-BC6F-7D69DF81E45F}" type="sibTrans" cxnId="{4B7FCFE9-93A0-4964-85AD-C001228A87A8}">
      <dgm:prSet/>
      <dgm:spPr/>
    </dgm:pt>
    <dgm:pt modelId="{3559D3E8-CEE3-4F37-8B7E-3B913FBDD94F}">
      <dgm:prSet phldr="0"/>
      <dgm:spPr/>
      <dgm:t>
        <a:bodyPr/>
        <a:lstStyle/>
        <a:p>
          <a:pPr rtl="0"/>
          <a:r>
            <a:rPr lang="en-US"/>
            <a:t>When a pallet goes missing (no pings for an extended time), HMM predicts where it might have gone based on past movements.</a:t>
          </a:r>
          <a:endParaRPr lang="en-US">
            <a:latin typeface="Posterama"/>
          </a:endParaRPr>
        </a:p>
      </dgm:t>
    </dgm:pt>
    <dgm:pt modelId="{0C4FB2AA-0009-412C-BF31-8F177D6885A5}" type="parTrans" cxnId="{5708D20B-F875-4B7F-AC78-92CAB63A1A3A}">
      <dgm:prSet/>
      <dgm:spPr/>
    </dgm:pt>
    <dgm:pt modelId="{884A1E47-CF30-4F30-83AF-5AB50B2BFDAD}" type="sibTrans" cxnId="{5708D20B-F875-4B7F-AC78-92CAB63A1A3A}">
      <dgm:prSet/>
      <dgm:spPr/>
    </dgm:pt>
    <dgm:pt modelId="{A0C05BF3-BCA0-4D48-B33B-31E26BCFE0F4}">
      <dgm:prSet phldr="0"/>
      <dgm:spPr/>
      <dgm:t>
        <a:bodyPr/>
        <a:lstStyle/>
        <a:p>
          <a:pPr rtl="0"/>
          <a:r>
            <a:rPr lang="en-US" dirty="0"/>
            <a:t>If a pallet stops transmitting before reaching a known destination, it’s flagged as lost.</a:t>
          </a:r>
          <a:endParaRPr lang="en-US" dirty="0">
            <a:latin typeface="Posterama"/>
          </a:endParaRPr>
        </a:p>
      </dgm:t>
    </dgm:pt>
    <dgm:pt modelId="{D94C70F5-FDF2-4221-A4EF-CC3155E2BD0A}" type="parTrans" cxnId="{A57FE553-61C1-483F-8207-12B6CC2BBA01}">
      <dgm:prSet/>
      <dgm:spPr/>
    </dgm:pt>
    <dgm:pt modelId="{1EFC6ADB-6626-4AC4-8A78-CDAFDDF240CD}" type="sibTrans" cxnId="{A57FE553-61C1-483F-8207-12B6CC2BBA01}">
      <dgm:prSet/>
      <dgm:spPr/>
    </dgm:pt>
    <dgm:pt modelId="{4766B91B-6227-440C-A1FE-C2A8290541E5}" type="pres">
      <dgm:prSet presAssocID="{E4246B49-F144-447F-B598-5E69D7D3BA75}" presName="Name0" presStyleCnt="0">
        <dgm:presLayoutVars>
          <dgm:dir/>
          <dgm:animLvl val="lvl"/>
          <dgm:resizeHandles/>
        </dgm:presLayoutVars>
      </dgm:prSet>
      <dgm:spPr/>
    </dgm:pt>
    <dgm:pt modelId="{4DAE97ED-2FE9-4385-BBDF-478DF04ED354}" type="pres">
      <dgm:prSet presAssocID="{83F447AB-8CDC-4312-9A64-D27233D4E3A5}" presName="linNode" presStyleCnt="0"/>
      <dgm:spPr/>
    </dgm:pt>
    <dgm:pt modelId="{AF0C97C7-B608-481A-9D1F-B2923D9C2ED2}" type="pres">
      <dgm:prSet presAssocID="{83F447AB-8CDC-4312-9A64-D27233D4E3A5}" presName="parentShp" presStyleLbl="node1" presStyleIdx="0" presStyleCnt="2">
        <dgm:presLayoutVars>
          <dgm:bulletEnabled val="1"/>
        </dgm:presLayoutVars>
      </dgm:prSet>
      <dgm:spPr/>
    </dgm:pt>
    <dgm:pt modelId="{64FFB92F-9C65-442D-8EDB-ADC3E3B7A3BE}" type="pres">
      <dgm:prSet presAssocID="{83F447AB-8CDC-4312-9A64-D27233D4E3A5}" presName="childShp" presStyleLbl="bgAccFollowNode1" presStyleIdx="0" presStyleCnt="2">
        <dgm:presLayoutVars>
          <dgm:bulletEnabled val="1"/>
        </dgm:presLayoutVars>
      </dgm:prSet>
      <dgm:spPr/>
    </dgm:pt>
    <dgm:pt modelId="{3A7CF5C3-A7AD-4D99-B549-63CE379C0704}" type="pres">
      <dgm:prSet presAssocID="{34AF7011-670D-4531-ABCB-E1D19BB9CAE3}" presName="spacing" presStyleCnt="0"/>
      <dgm:spPr/>
    </dgm:pt>
    <dgm:pt modelId="{53C335CF-A006-4D5F-8802-E4CA9E6B790D}" type="pres">
      <dgm:prSet presAssocID="{2EF212AC-C4F2-460D-A522-15FF046F8BB2}" presName="linNode" presStyleCnt="0"/>
      <dgm:spPr/>
    </dgm:pt>
    <dgm:pt modelId="{504B4545-2485-4BB3-98AE-8F993D06CFC8}" type="pres">
      <dgm:prSet presAssocID="{2EF212AC-C4F2-460D-A522-15FF046F8BB2}" presName="parentShp" presStyleLbl="node1" presStyleIdx="1" presStyleCnt="2">
        <dgm:presLayoutVars>
          <dgm:bulletEnabled val="1"/>
        </dgm:presLayoutVars>
      </dgm:prSet>
      <dgm:spPr/>
    </dgm:pt>
    <dgm:pt modelId="{E836E12A-15C1-4220-8421-56BD164B48EA}" type="pres">
      <dgm:prSet presAssocID="{2EF212AC-C4F2-460D-A522-15FF046F8BB2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5708D20B-F875-4B7F-AC78-92CAB63A1A3A}" srcId="{2EF212AC-C4F2-460D-A522-15FF046F8BB2}" destId="{3559D3E8-CEE3-4F37-8B7E-3B913FBDD94F}" srcOrd="0" destOrd="0" parTransId="{0C4FB2AA-0009-412C-BF31-8F177D6885A5}" sibTransId="{884A1E47-CF30-4F30-83AF-5AB50B2BFDAD}"/>
    <dgm:cxn modelId="{7F0DF016-0C07-48E5-9280-52BA61A61F53}" type="presOf" srcId="{83F447AB-8CDC-4312-9A64-D27233D4E3A5}" destId="{AF0C97C7-B608-481A-9D1F-B2923D9C2ED2}" srcOrd="0" destOrd="0" presId="urn:microsoft.com/office/officeart/2005/8/layout/vList6"/>
    <dgm:cxn modelId="{D3303B4E-CDCD-4FFE-8AAA-9A7C5EE6B700}" type="presOf" srcId="{EDAA691E-F1C2-400C-A310-6D9D2FF64279}" destId="{64FFB92F-9C65-442D-8EDB-ADC3E3B7A3BE}" srcOrd="0" destOrd="1" presId="urn:microsoft.com/office/officeart/2005/8/layout/vList6"/>
    <dgm:cxn modelId="{A57FE553-61C1-483F-8207-12B6CC2BBA01}" srcId="{2EF212AC-C4F2-460D-A522-15FF046F8BB2}" destId="{A0C05BF3-BCA0-4D48-B33B-31E26BCFE0F4}" srcOrd="1" destOrd="0" parTransId="{D94C70F5-FDF2-4221-A4EF-CC3155E2BD0A}" sibTransId="{1EFC6ADB-6626-4AC4-8A78-CDAFDDF240CD}"/>
    <dgm:cxn modelId="{08CA9A8F-FA1E-423C-B8E1-74647806E4FD}" srcId="{83F447AB-8CDC-4312-9A64-D27233D4E3A5}" destId="{F2BC491D-DD95-4D4D-8A35-6D73FD824C88}" srcOrd="0" destOrd="0" parTransId="{7141D3C9-5D3E-4398-A8AA-032BC5CA8021}" sibTransId="{6812BD38-30B3-4E9A-8926-4E8387436D9F}"/>
    <dgm:cxn modelId="{25EC4F9E-206B-463E-AC97-DE05C89C804D}" type="presOf" srcId="{E4246B49-F144-447F-B598-5E69D7D3BA75}" destId="{4766B91B-6227-440C-A1FE-C2A8290541E5}" srcOrd="0" destOrd="0" presId="urn:microsoft.com/office/officeart/2005/8/layout/vList6"/>
    <dgm:cxn modelId="{8F2D7EA0-F4DD-403C-A498-A19AF77C5A3E}" srcId="{E4246B49-F144-447F-B598-5E69D7D3BA75}" destId="{2EF212AC-C4F2-460D-A522-15FF046F8BB2}" srcOrd="1" destOrd="0" parTransId="{4020639A-A54B-4868-B385-FA41E54AD422}" sibTransId="{3DA5886D-E3B8-45FA-806E-EBEEA744DB84}"/>
    <dgm:cxn modelId="{F138ACA3-4DA9-431F-AF06-1651CBD8FA75}" type="presOf" srcId="{A0C05BF3-BCA0-4D48-B33B-31E26BCFE0F4}" destId="{E836E12A-15C1-4220-8421-56BD164B48EA}" srcOrd="0" destOrd="1" presId="urn:microsoft.com/office/officeart/2005/8/layout/vList6"/>
    <dgm:cxn modelId="{C45EF4C0-43E3-4B01-A32D-3208009485D7}" srcId="{E4246B49-F144-447F-B598-5E69D7D3BA75}" destId="{83F447AB-8CDC-4312-9A64-D27233D4E3A5}" srcOrd="0" destOrd="0" parTransId="{DEC81354-62B1-4F7A-B358-127DF00A9240}" sibTransId="{34AF7011-670D-4531-ABCB-E1D19BB9CAE3}"/>
    <dgm:cxn modelId="{9B040ECB-39ED-43F2-965E-0C760DB959BF}" type="presOf" srcId="{F2BC491D-DD95-4D4D-8A35-6D73FD824C88}" destId="{64FFB92F-9C65-442D-8EDB-ADC3E3B7A3BE}" srcOrd="0" destOrd="0" presId="urn:microsoft.com/office/officeart/2005/8/layout/vList6"/>
    <dgm:cxn modelId="{FBC141D6-4855-4634-934F-AB2BCA8EDD9B}" type="presOf" srcId="{3559D3E8-CEE3-4F37-8B7E-3B913FBDD94F}" destId="{E836E12A-15C1-4220-8421-56BD164B48EA}" srcOrd="0" destOrd="0" presId="urn:microsoft.com/office/officeart/2005/8/layout/vList6"/>
    <dgm:cxn modelId="{EED0A2DE-48E2-45ED-9A89-4DB97B0503C3}" type="presOf" srcId="{2EF212AC-C4F2-460D-A522-15FF046F8BB2}" destId="{504B4545-2485-4BB3-98AE-8F993D06CFC8}" srcOrd="0" destOrd="0" presId="urn:microsoft.com/office/officeart/2005/8/layout/vList6"/>
    <dgm:cxn modelId="{4B7FCFE9-93A0-4964-85AD-C001228A87A8}" srcId="{83F447AB-8CDC-4312-9A64-D27233D4E3A5}" destId="{EDAA691E-F1C2-400C-A310-6D9D2FF64279}" srcOrd="1" destOrd="0" parTransId="{FDA7404B-8997-402A-82A8-C866B12F9DFB}" sibTransId="{4FB5B0A9-2388-414B-BC6F-7D69DF81E45F}"/>
    <dgm:cxn modelId="{251B3B26-E37B-4B10-87E8-E25F2D607A0E}" type="presParOf" srcId="{4766B91B-6227-440C-A1FE-C2A8290541E5}" destId="{4DAE97ED-2FE9-4385-BBDF-478DF04ED354}" srcOrd="0" destOrd="0" presId="urn:microsoft.com/office/officeart/2005/8/layout/vList6"/>
    <dgm:cxn modelId="{10E7D1A1-60B3-4DC2-93B6-655336AFF3C7}" type="presParOf" srcId="{4DAE97ED-2FE9-4385-BBDF-478DF04ED354}" destId="{AF0C97C7-B608-481A-9D1F-B2923D9C2ED2}" srcOrd="0" destOrd="0" presId="urn:microsoft.com/office/officeart/2005/8/layout/vList6"/>
    <dgm:cxn modelId="{0A42AE64-32EC-4C43-8836-1E6DFB5ACA3C}" type="presParOf" srcId="{4DAE97ED-2FE9-4385-BBDF-478DF04ED354}" destId="{64FFB92F-9C65-442D-8EDB-ADC3E3B7A3BE}" srcOrd="1" destOrd="0" presId="urn:microsoft.com/office/officeart/2005/8/layout/vList6"/>
    <dgm:cxn modelId="{B051F768-8850-45AD-B5ED-FDF4DDEFAE76}" type="presParOf" srcId="{4766B91B-6227-440C-A1FE-C2A8290541E5}" destId="{3A7CF5C3-A7AD-4D99-B549-63CE379C0704}" srcOrd="1" destOrd="0" presId="urn:microsoft.com/office/officeart/2005/8/layout/vList6"/>
    <dgm:cxn modelId="{A9638DA1-C442-425B-92B3-1F1DA0D3F259}" type="presParOf" srcId="{4766B91B-6227-440C-A1FE-C2A8290541E5}" destId="{53C335CF-A006-4D5F-8802-E4CA9E6B790D}" srcOrd="2" destOrd="0" presId="urn:microsoft.com/office/officeart/2005/8/layout/vList6"/>
    <dgm:cxn modelId="{CAE983E6-DE5C-4701-BC7D-79AA9C9B4C19}" type="presParOf" srcId="{53C335CF-A006-4D5F-8802-E4CA9E6B790D}" destId="{504B4545-2485-4BB3-98AE-8F993D06CFC8}" srcOrd="0" destOrd="0" presId="urn:microsoft.com/office/officeart/2005/8/layout/vList6"/>
    <dgm:cxn modelId="{1E7D6244-3F0F-490A-8835-FE9E22F6CFBC}" type="presParOf" srcId="{53C335CF-A006-4D5F-8802-E4CA9E6B790D}" destId="{E836E12A-15C1-4220-8421-56BD164B48E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4246B49-F144-447F-B598-5E69D7D3BA75}" type="doc">
      <dgm:prSet loTypeId="urn:microsoft.com/office/officeart/2005/8/layout/vList6" loCatId="process" qsTypeId="urn:microsoft.com/office/officeart/2005/8/quickstyle/3d7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3F447AB-8CDC-4312-9A64-D27233D4E3A5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Algorithm</a:t>
          </a:r>
          <a:endParaRPr lang="en-US" dirty="0"/>
        </a:p>
      </dgm:t>
    </dgm:pt>
    <dgm:pt modelId="{DEC81354-62B1-4F7A-B358-127DF00A9240}" type="parTrans" cxnId="{C45EF4C0-43E3-4B01-A32D-3208009485D7}">
      <dgm:prSet/>
      <dgm:spPr/>
      <dgm:t>
        <a:bodyPr/>
        <a:lstStyle/>
        <a:p>
          <a:endParaRPr lang="en-US"/>
        </a:p>
      </dgm:t>
    </dgm:pt>
    <dgm:pt modelId="{34AF7011-670D-4531-ABCB-E1D19BB9CAE3}" type="sibTrans" cxnId="{C45EF4C0-43E3-4B01-A32D-3208009485D7}">
      <dgm:prSet/>
      <dgm:spPr/>
      <dgm:t>
        <a:bodyPr/>
        <a:lstStyle/>
        <a:p>
          <a:endParaRPr lang="en-US"/>
        </a:p>
      </dgm:t>
    </dgm:pt>
    <dgm:pt modelId="{2EF212AC-C4F2-460D-A522-15FF046F8BB2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Functioning</a:t>
          </a:r>
          <a:endParaRPr lang="en-US" dirty="0"/>
        </a:p>
      </dgm:t>
    </dgm:pt>
    <dgm:pt modelId="{4020639A-A54B-4868-B385-FA41E54AD422}" type="parTrans" cxnId="{8F2D7EA0-F4DD-403C-A498-A19AF77C5A3E}">
      <dgm:prSet/>
      <dgm:spPr/>
      <dgm:t>
        <a:bodyPr/>
        <a:lstStyle/>
        <a:p>
          <a:endParaRPr lang="en-US"/>
        </a:p>
      </dgm:t>
    </dgm:pt>
    <dgm:pt modelId="{3DA5886D-E3B8-45FA-806E-EBEEA744DB84}" type="sibTrans" cxnId="{8F2D7EA0-F4DD-403C-A498-A19AF77C5A3E}">
      <dgm:prSet/>
      <dgm:spPr/>
      <dgm:t>
        <a:bodyPr/>
        <a:lstStyle/>
        <a:p>
          <a:endParaRPr lang="en-US"/>
        </a:p>
      </dgm:t>
    </dgm:pt>
    <dgm:pt modelId="{F2BC491D-DD95-4D4D-8A35-6D73FD824C88}">
      <dgm:prSet phldr="0"/>
      <dgm:spPr/>
      <dgm:t>
        <a:bodyPr/>
        <a:lstStyle/>
        <a:p>
          <a:pPr rtl="0"/>
          <a:r>
            <a:rPr lang="en-US"/>
            <a:t>HMM (Hidden Markov Model)</a:t>
          </a:r>
          <a:endParaRPr lang="en-US">
            <a:latin typeface="Posterama"/>
          </a:endParaRPr>
        </a:p>
      </dgm:t>
    </dgm:pt>
    <dgm:pt modelId="{7141D3C9-5D3E-4398-A8AA-032BC5CA8021}" type="parTrans" cxnId="{08CA9A8F-FA1E-423C-B8E1-74647806E4FD}">
      <dgm:prSet/>
      <dgm:spPr/>
    </dgm:pt>
    <dgm:pt modelId="{6812BD38-30B3-4E9A-8926-4E8387436D9F}" type="sibTrans" cxnId="{08CA9A8F-FA1E-423C-B8E1-74647806E4FD}">
      <dgm:prSet/>
      <dgm:spPr/>
    </dgm:pt>
    <dgm:pt modelId="{EDAA691E-F1C2-400C-A310-6D9D2FF64279}">
      <dgm:prSet phldr="0"/>
      <dgm:spPr/>
      <dgm:t>
        <a:bodyPr/>
        <a:lstStyle/>
        <a:p>
          <a:pPr rtl="0"/>
          <a:r>
            <a:rPr lang="en-US" dirty="0"/>
            <a:t>HMM is great for predicting missing locations when GPS data is sparse.</a:t>
          </a:r>
          <a:endParaRPr lang="en-US" dirty="0">
            <a:latin typeface="Posterama"/>
          </a:endParaRPr>
        </a:p>
      </dgm:t>
    </dgm:pt>
    <dgm:pt modelId="{FDA7404B-8997-402A-82A8-C866B12F9DFB}" type="parTrans" cxnId="{4B7FCFE9-93A0-4964-85AD-C001228A87A8}">
      <dgm:prSet/>
      <dgm:spPr/>
    </dgm:pt>
    <dgm:pt modelId="{4FB5B0A9-2388-414B-BC6F-7D69DF81E45F}" type="sibTrans" cxnId="{4B7FCFE9-93A0-4964-85AD-C001228A87A8}">
      <dgm:prSet/>
      <dgm:spPr/>
    </dgm:pt>
    <dgm:pt modelId="{3559D3E8-CEE3-4F37-8B7E-3B913FBDD94F}">
      <dgm:prSet phldr="0"/>
      <dgm:spPr/>
      <dgm:t>
        <a:bodyPr/>
        <a:lstStyle/>
        <a:p>
          <a:pPr rtl="0"/>
          <a:r>
            <a:rPr lang="en-US"/>
            <a:t>When a pallet goes missing (no pings for an extended time), HMM predicts where it might have gone based on past movements.</a:t>
          </a:r>
          <a:endParaRPr lang="en-US">
            <a:latin typeface="Posterama"/>
          </a:endParaRPr>
        </a:p>
      </dgm:t>
    </dgm:pt>
    <dgm:pt modelId="{0C4FB2AA-0009-412C-BF31-8F177D6885A5}" type="parTrans" cxnId="{5708D20B-F875-4B7F-AC78-92CAB63A1A3A}">
      <dgm:prSet/>
      <dgm:spPr/>
    </dgm:pt>
    <dgm:pt modelId="{884A1E47-CF30-4F30-83AF-5AB50B2BFDAD}" type="sibTrans" cxnId="{5708D20B-F875-4B7F-AC78-92CAB63A1A3A}">
      <dgm:prSet/>
      <dgm:spPr/>
    </dgm:pt>
    <dgm:pt modelId="{A0C05BF3-BCA0-4D48-B33B-31E26BCFE0F4}">
      <dgm:prSet phldr="0"/>
      <dgm:spPr/>
      <dgm:t>
        <a:bodyPr/>
        <a:lstStyle/>
        <a:p>
          <a:pPr rtl="0"/>
          <a:r>
            <a:rPr lang="en-US" dirty="0"/>
            <a:t>If a pallet stops transmitting before reaching a known destination, it’s flagged as lost.</a:t>
          </a:r>
          <a:endParaRPr lang="en-US" dirty="0">
            <a:latin typeface="Posterama"/>
          </a:endParaRPr>
        </a:p>
      </dgm:t>
    </dgm:pt>
    <dgm:pt modelId="{D94C70F5-FDF2-4221-A4EF-CC3155E2BD0A}" type="parTrans" cxnId="{A57FE553-61C1-483F-8207-12B6CC2BBA01}">
      <dgm:prSet/>
      <dgm:spPr/>
    </dgm:pt>
    <dgm:pt modelId="{1EFC6ADB-6626-4AC4-8A78-CDAFDDF240CD}" type="sibTrans" cxnId="{A57FE553-61C1-483F-8207-12B6CC2BBA01}">
      <dgm:prSet/>
      <dgm:spPr/>
    </dgm:pt>
    <dgm:pt modelId="{4766B91B-6227-440C-A1FE-C2A8290541E5}" type="pres">
      <dgm:prSet presAssocID="{E4246B49-F144-447F-B598-5E69D7D3BA75}" presName="Name0" presStyleCnt="0">
        <dgm:presLayoutVars>
          <dgm:dir/>
          <dgm:animLvl val="lvl"/>
          <dgm:resizeHandles/>
        </dgm:presLayoutVars>
      </dgm:prSet>
      <dgm:spPr/>
    </dgm:pt>
    <dgm:pt modelId="{4DAE97ED-2FE9-4385-BBDF-478DF04ED354}" type="pres">
      <dgm:prSet presAssocID="{83F447AB-8CDC-4312-9A64-D27233D4E3A5}" presName="linNode" presStyleCnt="0"/>
      <dgm:spPr/>
    </dgm:pt>
    <dgm:pt modelId="{AF0C97C7-B608-481A-9D1F-B2923D9C2ED2}" type="pres">
      <dgm:prSet presAssocID="{83F447AB-8CDC-4312-9A64-D27233D4E3A5}" presName="parentShp" presStyleLbl="node1" presStyleIdx="0" presStyleCnt="2">
        <dgm:presLayoutVars>
          <dgm:bulletEnabled val="1"/>
        </dgm:presLayoutVars>
      </dgm:prSet>
      <dgm:spPr/>
    </dgm:pt>
    <dgm:pt modelId="{64FFB92F-9C65-442D-8EDB-ADC3E3B7A3BE}" type="pres">
      <dgm:prSet presAssocID="{83F447AB-8CDC-4312-9A64-D27233D4E3A5}" presName="childShp" presStyleLbl="bgAccFollowNode1" presStyleIdx="0" presStyleCnt="2">
        <dgm:presLayoutVars>
          <dgm:bulletEnabled val="1"/>
        </dgm:presLayoutVars>
      </dgm:prSet>
      <dgm:spPr/>
    </dgm:pt>
    <dgm:pt modelId="{3A7CF5C3-A7AD-4D99-B549-63CE379C0704}" type="pres">
      <dgm:prSet presAssocID="{34AF7011-670D-4531-ABCB-E1D19BB9CAE3}" presName="spacing" presStyleCnt="0"/>
      <dgm:spPr/>
    </dgm:pt>
    <dgm:pt modelId="{53C335CF-A006-4D5F-8802-E4CA9E6B790D}" type="pres">
      <dgm:prSet presAssocID="{2EF212AC-C4F2-460D-A522-15FF046F8BB2}" presName="linNode" presStyleCnt="0"/>
      <dgm:spPr/>
    </dgm:pt>
    <dgm:pt modelId="{504B4545-2485-4BB3-98AE-8F993D06CFC8}" type="pres">
      <dgm:prSet presAssocID="{2EF212AC-C4F2-460D-A522-15FF046F8BB2}" presName="parentShp" presStyleLbl="node1" presStyleIdx="1" presStyleCnt="2">
        <dgm:presLayoutVars>
          <dgm:bulletEnabled val="1"/>
        </dgm:presLayoutVars>
      </dgm:prSet>
      <dgm:spPr/>
    </dgm:pt>
    <dgm:pt modelId="{E836E12A-15C1-4220-8421-56BD164B48EA}" type="pres">
      <dgm:prSet presAssocID="{2EF212AC-C4F2-460D-A522-15FF046F8BB2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5708D20B-F875-4B7F-AC78-92CAB63A1A3A}" srcId="{2EF212AC-C4F2-460D-A522-15FF046F8BB2}" destId="{3559D3E8-CEE3-4F37-8B7E-3B913FBDD94F}" srcOrd="0" destOrd="0" parTransId="{0C4FB2AA-0009-412C-BF31-8F177D6885A5}" sibTransId="{884A1E47-CF30-4F30-83AF-5AB50B2BFDAD}"/>
    <dgm:cxn modelId="{7F0DF016-0C07-48E5-9280-52BA61A61F53}" type="presOf" srcId="{83F447AB-8CDC-4312-9A64-D27233D4E3A5}" destId="{AF0C97C7-B608-481A-9D1F-B2923D9C2ED2}" srcOrd="0" destOrd="0" presId="urn:microsoft.com/office/officeart/2005/8/layout/vList6"/>
    <dgm:cxn modelId="{D3303B4E-CDCD-4FFE-8AAA-9A7C5EE6B700}" type="presOf" srcId="{EDAA691E-F1C2-400C-A310-6D9D2FF64279}" destId="{64FFB92F-9C65-442D-8EDB-ADC3E3B7A3BE}" srcOrd="0" destOrd="1" presId="urn:microsoft.com/office/officeart/2005/8/layout/vList6"/>
    <dgm:cxn modelId="{A57FE553-61C1-483F-8207-12B6CC2BBA01}" srcId="{2EF212AC-C4F2-460D-A522-15FF046F8BB2}" destId="{A0C05BF3-BCA0-4D48-B33B-31E26BCFE0F4}" srcOrd="1" destOrd="0" parTransId="{D94C70F5-FDF2-4221-A4EF-CC3155E2BD0A}" sibTransId="{1EFC6ADB-6626-4AC4-8A78-CDAFDDF240CD}"/>
    <dgm:cxn modelId="{08CA9A8F-FA1E-423C-B8E1-74647806E4FD}" srcId="{83F447AB-8CDC-4312-9A64-D27233D4E3A5}" destId="{F2BC491D-DD95-4D4D-8A35-6D73FD824C88}" srcOrd="0" destOrd="0" parTransId="{7141D3C9-5D3E-4398-A8AA-032BC5CA8021}" sibTransId="{6812BD38-30B3-4E9A-8926-4E8387436D9F}"/>
    <dgm:cxn modelId="{25EC4F9E-206B-463E-AC97-DE05C89C804D}" type="presOf" srcId="{E4246B49-F144-447F-B598-5E69D7D3BA75}" destId="{4766B91B-6227-440C-A1FE-C2A8290541E5}" srcOrd="0" destOrd="0" presId="urn:microsoft.com/office/officeart/2005/8/layout/vList6"/>
    <dgm:cxn modelId="{8F2D7EA0-F4DD-403C-A498-A19AF77C5A3E}" srcId="{E4246B49-F144-447F-B598-5E69D7D3BA75}" destId="{2EF212AC-C4F2-460D-A522-15FF046F8BB2}" srcOrd="1" destOrd="0" parTransId="{4020639A-A54B-4868-B385-FA41E54AD422}" sibTransId="{3DA5886D-E3B8-45FA-806E-EBEEA744DB84}"/>
    <dgm:cxn modelId="{F138ACA3-4DA9-431F-AF06-1651CBD8FA75}" type="presOf" srcId="{A0C05BF3-BCA0-4D48-B33B-31E26BCFE0F4}" destId="{E836E12A-15C1-4220-8421-56BD164B48EA}" srcOrd="0" destOrd="1" presId="urn:microsoft.com/office/officeart/2005/8/layout/vList6"/>
    <dgm:cxn modelId="{C45EF4C0-43E3-4B01-A32D-3208009485D7}" srcId="{E4246B49-F144-447F-B598-5E69D7D3BA75}" destId="{83F447AB-8CDC-4312-9A64-D27233D4E3A5}" srcOrd="0" destOrd="0" parTransId="{DEC81354-62B1-4F7A-B358-127DF00A9240}" sibTransId="{34AF7011-670D-4531-ABCB-E1D19BB9CAE3}"/>
    <dgm:cxn modelId="{9B040ECB-39ED-43F2-965E-0C760DB959BF}" type="presOf" srcId="{F2BC491D-DD95-4D4D-8A35-6D73FD824C88}" destId="{64FFB92F-9C65-442D-8EDB-ADC3E3B7A3BE}" srcOrd="0" destOrd="0" presId="urn:microsoft.com/office/officeart/2005/8/layout/vList6"/>
    <dgm:cxn modelId="{FBC141D6-4855-4634-934F-AB2BCA8EDD9B}" type="presOf" srcId="{3559D3E8-CEE3-4F37-8B7E-3B913FBDD94F}" destId="{E836E12A-15C1-4220-8421-56BD164B48EA}" srcOrd="0" destOrd="0" presId="urn:microsoft.com/office/officeart/2005/8/layout/vList6"/>
    <dgm:cxn modelId="{EED0A2DE-48E2-45ED-9A89-4DB97B0503C3}" type="presOf" srcId="{2EF212AC-C4F2-460D-A522-15FF046F8BB2}" destId="{504B4545-2485-4BB3-98AE-8F993D06CFC8}" srcOrd="0" destOrd="0" presId="urn:microsoft.com/office/officeart/2005/8/layout/vList6"/>
    <dgm:cxn modelId="{4B7FCFE9-93A0-4964-85AD-C001228A87A8}" srcId="{83F447AB-8CDC-4312-9A64-D27233D4E3A5}" destId="{EDAA691E-F1C2-400C-A310-6D9D2FF64279}" srcOrd="1" destOrd="0" parTransId="{FDA7404B-8997-402A-82A8-C866B12F9DFB}" sibTransId="{4FB5B0A9-2388-414B-BC6F-7D69DF81E45F}"/>
    <dgm:cxn modelId="{251B3B26-E37B-4B10-87E8-E25F2D607A0E}" type="presParOf" srcId="{4766B91B-6227-440C-A1FE-C2A8290541E5}" destId="{4DAE97ED-2FE9-4385-BBDF-478DF04ED354}" srcOrd="0" destOrd="0" presId="urn:microsoft.com/office/officeart/2005/8/layout/vList6"/>
    <dgm:cxn modelId="{10E7D1A1-60B3-4DC2-93B6-655336AFF3C7}" type="presParOf" srcId="{4DAE97ED-2FE9-4385-BBDF-478DF04ED354}" destId="{AF0C97C7-B608-481A-9D1F-B2923D9C2ED2}" srcOrd="0" destOrd="0" presId="urn:microsoft.com/office/officeart/2005/8/layout/vList6"/>
    <dgm:cxn modelId="{0A42AE64-32EC-4C43-8836-1E6DFB5ACA3C}" type="presParOf" srcId="{4DAE97ED-2FE9-4385-BBDF-478DF04ED354}" destId="{64FFB92F-9C65-442D-8EDB-ADC3E3B7A3BE}" srcOrd="1" destOrd="0" presId="urn:microsoft.com/office/officeart/2005/8/layout/vList6"/>
    <dgm:cxn modelId="{B051F768-8850-45AD-B5ED-FDF4DDEFAE76}" type="presParOf" srcId="{4766B91B-6227-440C-A1FE-C2A8290541E5}" destId="{3A7CF5C3-A7AD-4D99-B549-63CE379C0704}" srcOrd="1" destOrd="0" presId="urn:microsoft.com/office/officeart/2005/8/layout/vList6"/>
    <dgm:cxn modelId="{A9638DA1-C442-425B-92B3-1F1DA0D3F259}" type="presParOf" srcId="{4766B91B-6227-440C-A1FE-C2A8290541E5}" destId="{53C335CF-A006-4D5F-8802-E4CA9E6B790D}" srcOrd="2" destOrd="0" presId="urn:microsoft.com/office/officeart/2005/8/layout/vList6"/>
    <dgm:cxn modelId="{CAE983E6-DE5C-4701-BC7D-79AA9C9B4C19}" type="presParOf" srcId="{53C335CF-A006-4D5F-8802-E4CA9E6B790D}" destId="{504B4545-2485-4BB3-98AE-8F993D06CFC8}" srcOrd="0" destOrd="0" presId="urn:microsoft.com/office/officeart/2005/8/layout/vList6"/>
    <dgm:cxn modelId="{1E7D6244-3F0F-490A-8835-FE9E22F6CFBC}" type="presParOf" srcId="{53C335CF-A006-4D5F-8802-E4CA9E6B790D}" destId="{E836E12A-15C1-4220-8421-56BD164B48E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879B637-1975-466B-8770-19D2B5BD7AFA}" type="doc">
      <dgm:prSet loTypeId="urn:microsoft.com/office/officeart/2005/8/layout/equation2" loCatId="relationship" qsTypeId="urn:microsoft.com/office/officeart/2005/8/quickstyle/3d3" qsCatId="3D" csTypeId="urn:microsoft.com/office/officeart/2005/8/colors/colorful2" csCatId="colorful" phldr="1"/>
      <dgm:spPr/>
    </dgm:pt>
    <dgm:pt modelId="{AB50FD46-3401-4C6E-84DA-20B7AF3AAEB3}">
      <dgm:prSet phldr="0"/>
      <dgm:spPr/>
      <dgm:t>
        <a:bodyPr/>
        <a:lstStyle/>
        <a:p>
          <a:pPr rtl="0"/>
          <a:r>
            <a:rPr lang="en-US" b="1"/>
            <a:t>Off-Route</a:t>
          </a:r>
          <a:r>
            <a:rPr lang="en-US"/>
            <a:t>: &gt;1 km deviation → SMS/email alert to logistics team.</a:t>
          </a:r>
          <a:endParaRPr lang="en-US" dirty="0">
            <a:latin typeface="Posterama"/>
          </a:endParaRPr>
        </a:p>
      </dgm:t>
    </dgm:pt>
    <dgm:pt modelId="{18BE5B93-2F6C-409F-9AE3-EECEB5C1E9F4}" type="parTrans" cxnId="{A19BBFCF-EAEB-445A-AE0E-A8F45C36AD67}">
      <dgm:prSet/>
      <dgm:spPr/>
    </dgm:pt>
    <dgm:pt modelId="{45DC4B78-8E14-4520-888B-F77477EA4C62}" type="sibTrans" cxnId="{A19BBFCF-EAEB-445A-AE0E-A8F45C36AD67}">
      <dgm:prSet/>
      <dgm:spPr/>
      <dgm:t>
        <a:bodyPr/>
        <a:lstStyle/>
        <a:p>
          <a:endParaRPr lang="en-US"/>
        </a:p>
      </dgm:t>
    </dgm:pt>
    <dgm:pt modelId="{AD9786E9-601F-4DD8-B1CC-051587D055D0}">
      <dgm:prSet phldr="0"/>
      <dgm:spPr/>
      <dgm:t>
        <a:bodyPr/>
        <a:lstStyle/>
        <a:p>
          <a:pPr rtl="0"/>
          <a:r>
            <a:rPr lang="en-US" b="1" dirty="0"/>
            <a:t>Stationary</a:t>
          </a:r>
          <a:r>
            <a:rPr lang="en-US" dirty="0"/>
            <a:t>: &gt;48 hrs at a location → billing recovery alert.</a:t>
          </a:r>
          <a:endParaRPr lang="en-US" dirty="0">
            <a:latin typeface="Posterama"/>
          </a:endParaRPr>
        </a:p>
      </dgm:t>
    </dgm:pt>
    <dgm:pt modelId="{66BD74AF-4A4E-48C5-BA40-63D7F3CE915B}" type="parTrans" cxnId="{7C0E7178-0F4D-47D1-8120-B39DD7FF7B5A}">
      <dgm:prSet/>
      <dgm:spPr/>
    </dgm:pt>
    <dgm:pt modelId="{D4637D18-EAB7-42A9-8FE6-4AE6B1B0EDED}" type="sibTrans" cxnId="{7C0E7178-0F4D-47D1-8120-B39DD7FF7B5A}">
      <dgm:prSet/>
      <dgm:spPr/>
      <dgm:t>
        <a:bodyPr/>
        <a:lstStyle/>
        <a:p>
          <a:endParaRPr lang="en-US"/>
        </a:p>
      </dgm:t>
    </dgm:pt>
    <dgm:pt modelId="{32C1CECC-FF75-47A8-AFB5-D6786A08C7B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ALERT!!!</a:t>
          </a:r>
        </a:p>
      </dgm:t>
    </dgm:pt>
    <dgm:pt modelId="{323496C8-AC7B-48AB-B100-BB4E1F37807E}" type="parTrans" cxnId="{C415D8F9-7C1C-4655-894C-B9E927324DF7}">
      <dgm:prSet/>
      <dgm:spPr/>
    </dgm:pt>
    <dgm:pt modelId="{9BB25FE4-FB27-4EDB-A1A4-2AFB0F0CDEF1}" type="sibTrans" cxnId="{C415D8F9-7C1C-4655-894C-B9E927324DF7}">
      <dgm:prSet/>
      <dgm:spPr/>
    </dgm:pt>
    <dgm:pt modelId="{2C0B5E28-48C2-42D7-B2A6-CD9ACC23454D}" type="pres">
      <dgm:prSet presAssocID="{B879B637-1975-466B-8770-19D2B5BD7AFA}" presName="Name0" presStyleCnt="0">
        <dgm:presLayoutVars>
          <dgm:dir/>
          <dgm:resizeHandles val="exact"/>
        </dgm:presLayoutVars>
      </dgm:prSet>
      <dgm:spPr/>
    </dgm:pt>
    <dgm:pt modelId="{FD4FE7B9-E386-488E-AA90-E33C46A32994}" type="pres">
      <dgm:prSet presAssocID="{B879B637-1975-466B-8770-19D2B5BD7AFA}" presName="vNodes" presStyleCnt="0"/>
      <dgm:spPr/>
    </dgm:pt>
    <dgm:pt modelId="{22FE6449-D715-409B-BAF5-787552F74E53}" type="pres">
      <dgm:prSet presAssocID="{AB50FD46-3401-4C6E-84DA-20B7AF3AAEB3}" presName="node" presStyleLbl="node1" presStyleIdx="0" presStyleCnt="3">
        <dgm:presLayoutVars>
          <dgm:bulletEnabled val="1"/>
        </dgm:presLayoutVars>
      </dgm:prSet>
      <dgm:spPr/>
    </dgm:pt>
    <dgm:pt modelId="{763E23E7-EB2D-4431-B618-4BF3C537ADF9}" type="pres">
      <dgm:prSet presAssocID="{45DC4B78-8E14-4520-888B-F77477EA4C62}" presName="spacerT" presStyleCnt="0"/>
      <dgm:spPr/>
    </dgm:pt>
    <dgm:pt modelId="{EFEF8B85-92BF-4DBF-8533-C93CF2155313}" type="pres">
      <dgm:prSet presAssocID="{45DC4B78-8E14-4520-888B-F77477EA4C62}" presName="sibTrans" presStyleLbl="sibTrans2D1" presStyleIdx="0" presStyleCnt="2"/>
      <dgm:spPr/>
    </dgm:pt>
    <dgm:pt modelId="{845EACAC-553B-44C9-B621-213AC99D4B10}" type="pres">
      <dgm:prSet presAssocID="{45DC4B78-8E14-4520-888B-F77477EA4C62}" presName="spacerB" presStyleCnt="0"/>
      <dgm:spPr/>
    </dgm:pt>
    <dgm:pt modelId="{78BF7B14-EF02-42DC-911A-14E978CA733A}" type="pres">
      <dgm:prSet presAssocID="{AD9786E9-601F-4DD8-B1CC-051587D055D0}" presName="node" presStyleLbl="node1" presStyleIdx="1" presStyleCnt="3">
        <dgm:presLayoutVars>
          <dgm:bulletEnabled val="1"/>
        </dgm:presLayoutVars>
      </dgm:prSet>
      <dgm:spPr/>
    </dgm:pt>
    <dgm:pt modelId="{FCB707AA-4B6B-4758-B43A-75727F378EE1}" type="pres">
      <dgm:prSet presAssocID="{B879B637-1975-466B-8770-19D2B5BD7AFA}" presName="sibTransLast" presStyleLbl="sibTrans2D1" presStyleIdx="1" presStyleCnt="2"/>
      <dgm:spPr/>
    </dgm:pt>
    <dgm:pt modelId="{6B0BF8CD-1835-4524-8BBB-AA7D94267103}" type="pres">
      <dgm:prSet presAssocID="{B879B637-1975-466B-8770-19D2B5BD7AFA}" presName="connectorText" presStyleLbl="sibTrans2D1" presStyleIdx="1" presStyleCnt="2"/>
      <dgm:spPr/>
    </dgm:pt>
    <dgm:pt modelId="{07E2E775-4EC2-4634-9941-F831361C9394}" type="pres">
      <dgm:prSet presAssocID="{B879B637-1975-466B-8770-19D2B5BD7AFA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24F781B-6B20-4838-9F4D-8256F0684D49}" type="presOf" srcId="{AD9786E9-601F-4DD8-B1CC-051587D055D0}" destId="{78BF7B14-EF02-42DC-911A-14E978CA733A}" srcOrd="0" destOrd="0" presId="urn:microsoft.com/office/officeart/2005/8/layout/equation2"/>
    <dgm:cxn modelId="{461EB02A-432B-47C3-9A70-8DBE0F06BCF6}" type="presOf" srcId="{45DC4B78-8E14-4520-888B-F77477EA4C62}" destId="{EFEF8B85-92BF-4DBF-8533-C93CF2155313}" srcOrd="0" destOrd="0" presId="urn:microsoft.com/office/officeart/2005/8/layout/equation2"/>
    <dgm:cxn modelId="{A9416F2E-EE84-4762-9492-5EDF3F9517E4}" type="presOf" srcId="{32C1CECC-FF75-47A8-AFB5-D6786A08C7B0}" destId="{07E2E775-4EC2-4634-9941-F831361C9394}" srcOrd="0" destOrd="0" presId="urn:microsoft.com/office/officeart/2005/8/layout/equation2"/>
    <dgm:cxn modelId="{415DB16A-E30D-4B3B-95D1-6F33F41FDEC9}" type="presOf" srcId="{B879B637-1975-466B-8770-19D2B5BD7AFA}" destId="{2C0B5E28-48C2-42D7-B2A6-CD9ACC23454D}" srcOrd="0" destOrd="0" presId="urn:microsoft.com/office/officeart/2005/8/layout/equation2"/>
    <dgm:cxn modelId="{7C0E7178-0F4D-47D1-8120-B39DD7FF7B5A}" srcId="{B879B637-1975-466B-8770-19D2B5BD7AFA}" destId="{AD9786E9-601F-4DD8-B1CC-051587D055D0}" srcOrd="1" destOrd="0" parTransId="{66BD74AF-4A4E-48C5-BA40-63D7F3CE915B}" sibTransId="{D4637D18-EAB7-42A9-8FE6-4AE6B1B0EDED}"/>
    <dgm:cxn modelId="{3D7051C2-C7FE-44E3-B723-FAF9894C6EAA}" type="presOf" srcId="{D4637D18-EAB7-42A9-8FE6-4AE6B1B0EDED}" destId="{FCB707AA-4B6B-4758-B43A-75727F378EE1}" srcOrd="0" destOrd="0" presId="urn:microsoft.com/office/officeart/2005/8/layout/equation2"/>
    <dgm:cxn modelId="{A19BBFCF-EAEB-445A-AE0E-A8F45C36AD67}" srcId="{B879B637-1975-466B-8770-19D2B5BD7AFA}" destId="{AB50FD46-3401-4C6E-84DA-20B7AF3AAEB3}" srcOrd="0" destOrd="0" parTransId="{18BE5B93-2F6C-409F-9AE3-EECEB5C1E9F4}" sibTransId="{45DC4B78-8E14-4520-888B-F77477EA4C62}"/>
    <dgm:cxn modelId="{A9009CDC-9EFA-4AD2-853D-28209F669AC7}" type="presOf" srcId="{AB50FD46-3401-4C6E-84DA-20B7AF3AAEB3}" destId="{22FE6449-D715-409B-BAF5-787552F74E53}" srcOrd="0" destOrd="0" presId="urn:microsoft.com/office/officeart/2005/8/layout/equation2"/>
    <dgm:cxn modelId="{F258F7E9-FAFE-42B3-9D2C-658223891E90}" type="presOf" srcId="{D4637D18-EAB7-42A9-8FE6-4AE6B1B0EDED}" destId="{6B0BF8CD-1835-4524-8BBB-AA7D94267103}" srcOrd="1" destOrd="0" presId="urn:microsoft.com/office/officeart/2005/8/layout/equation2"/>
    <dgm:cxn modelId="{C415D8F9-7C1C-4655-894C-B9E927324DF7}" srcId="{B879B637-1975-466B-8770-19D2B5BD7AFA}" destId="{32C1CECC-FF75-47A8-AFB5-D6786A08C7B0}" srcOrd="2" destOrd="0" parTransId="{323496C8-AC7B-48AB-B100-BB4E1F37807E}" sibTransId="{9BB25FE4-FB27-4EDB-A1A4-2AFB0F0CDEF1}"/>
    <dgm:cxn modelId="{C9F28AD0-60F9-48AC-8709-263BF857746D}" type="presParOf" srcId="{2C0B5E28-48C2-42D7-B2A6-CD9ACC23454D}" destId="{FD4FE7B9-E386-488E-AA90-E33C46A32994}" srcOrd="0" destOrd="0" presId="urn:microsoft.com/office/officeart/2005/8/layout/equation2"/>
    <dgm:cxn modelId="{8BA57B00-CBAC-4C0D-914C-071FD4ED8AB4}" type="presParOf" srcId="{FD4FE7B9-E386-488E-AA90-E33C46A32994}" destId="{22FE6449-D715-409B-BAF5-787552F74E53}" srcOrd="0" destOrd="0" presId="urn:microsoft.com/office/officeart/2005/8/layout/equation2"/>
    <dgm:cxn modelId="{3A7F5F05-C6CC-40E2-95B9-F2758890015F}" type="presParOf" srcId="{FD4FE7B9-E386-488E-AA90-E33C46A32994}" destId="{763E23E7-EB2D-4431-B618-4BF3C537ADF9}" srcOrd="1" destOrd="0" presId="urn:microsoft.com/office/officeart/2005/8/layout/equation2"/>
    <dgm:cxn modelId="{4B4AFF35-EA8A-42B7-9B7C-69096DD447F3}" type="presParOf" srcId="{FD4FE7B9-E386-488E-AA90-E33C46A32994}" destId="{EFEF8B85-92BF-4DBF-8533-C93CF2155313}" srcOrd="2" destOrd="0" presId="urn:microsoft.com/office/officeart/2005/8/layout/equation2"/>
    <dgm:cxn modelId="{14A09901-24F1-4ABF-B589-2BBE4A18F1FC}" type="presParOf" srcId="{FD4FE7B9-E386-488E-AA90-E33C46A32994}" destId="{845EACAC-553B-44C9-B621-213AC99D4B10}" srcOrd="3" destOrd="0" presId="urn:microsoft.com/office/officeart/2005/8/layout/equation2"/>
    <dgm:cxn modelId="{E6142E15-2775-423D-8204-548993E6C67D}" type="presParOf" srcId="{FD4FE7B9-E386-488E-AA90-E33C46A32994}" destId="{78BF7B14-EF02-42DC-911A-14E978CA733A}" srcOrd="4" destOrd="0" presId="urn:microsoft.com/office/officeart/2005/8/layout/equation2"/>
    <dgm:cxn modelId="{7FA91118-88F7-4BE8-B61F-94413F6CF303}" type="presParOf" srcId="{2C0B5E28-48C2-42D7-B2A6-CD9ACC23454D}" destId="{FCB707AA-4B6B-4758-B43A-75727F378EE1}" srcOrd="1" destOrd="0" presId="urn:microsoft.com/office/officeart/2005/8/layout/equation2"/>
    <dgm:cxn modelId="{4537DAE8-29D1-46BE-BC18-2FB9CB2C9CB7}" type="presParOf" srcId="{FCB707AA-4B6B-4758-B43A-75727F378EE1}" destId="{6B0BF8CD-1835-4524-8BBB-AA7D94267103}" srcOrd="0" destOrd="0" presId="urn:microsoft.com/office/officeart/2005/8/layout/equation2"/>
    <dgm:cxn modelId="{B96775FB-45F3-4EAC-94FD-A8776E290136}" type="presParOf" srcId="{2C0B5E28-48C2-42D7-B2A6-CD9ACC23454D}" destId="{07E2E775-4EC2-4634-9941-F831361C939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879B637-1975-466B-8770-19D2B5BD7AFA}" type="doc">
      <dgm:prSet loTypeId="urn:microsoft.com/office/officeart/2005/8/layout/equation2" loCatId="relationship" qsTypeId="urn:microsoft.com/office/officeart/2005/8/quickstyle/3d3" qsCatId="3D" csTypeId="urn:microsoft.com/office/officeart/2005/8/colors/colorful2" csCatId="colorful" phldr="1"/>
      <dgm:spPr/>
    </dgm:pt>
    <dgm:pt modelId="{AB50FD46-3401-4C6E-84DA-20B7AF3AAEB3}">
      <dgm:prSet phldr="0"/>
      <dgm:spPr/>
      <dgm:t>
        <a:bodyPr/>
        <a:lstStyle/>
        <a:p>
          <a:pPr rtl="0"/>
          <a:r>
            <a:rPr lang="en-US" b="1"/>
            <a:t>Off-Route</a:t>
          </a:r>
          <a:r>
            <a:rPr lang="en-US"/>
            <a:t>: &gt;1 km deviation → SMS/email alert to logistics team.</a:t>
          </a:r>
          <a:endParaRPr lang="en-US" dirty="0">
            <a:latin typeface="Posterama"/>
          </a:endParaRPr>
        </a:p>
      </dgm:t>
    </dgm:pt>
    <dgm:pt modelId="{18BE5B93-2F6C-409F-9AE3-EECEB5C1E9F4}" type="parTrans" cxnId="{A19BBFCF-EAEB-445A-AE0E-A8F45C36AD67}">
      <dgm:prSet/>
      <dgm:spPr/>
    </dgm:pt>
    <dgm:pt modelId="{45DC4B78-8E14-4520-888B-F77477EA4C62}" type="sibTrans" cxnId="{A19BBFCF-EAEB-445A-AE0E-A8F45C36AD67}">
      <dgm:prSet/>
      <dgm:spPr/>
      <dgm:t>
        <a:bodyPr/>
        <a:lstStyle/>
        <a:p>
          <a:endParaRPr lang="en-US"/>
        </a:p>
      </dgm:t>
    </dgm:pt>
    <dgm:pt modelId="{AD9786E9-601F-4DD8-B1CC-051587D055D0}">
      <dgm:prSet phldr="0"/>
      <dgm:spPr/>
      <dgm:t>
        <a:bodyPr/>
        <a:lstStyle/>
        <a:p>
          <a:pPr rtl="0"/>
          <a:r>
            <a:rPr lang="en-US" b="1" dirty="0"/>
            <a:t>Stationary</a:t>
          </a:r>
          <a:r>
            <a:rPr lang="en-US" dirty="0"/>
            <a:t>: &gt;48 hrs at a location → billing recovery alert.</a:t>
          </a:r>
          <a:endParaRPr lang="en-US" dirty="0">
            <a:latin typeface="Posterama"/>
          </a:endParaRPr>
        </a:p>
      </dgm:t>
    </dgm:pt>
    <dgm:pt modelId="{66BD74AF-4A4E-48C5-BA40-63D7F3CE915B}" type="parTrans" cxnId="{7C0E7178-0F4D-47D1-8120-B39DD7FF7B5A}">
      <dgm:prSet/>
      <dgm:spPr/>
    </dgm:pt>
    <dgm:pt modelId="{D4637D18-EAB7-42A9-8FE6-4AE6B1B0EDED}" type="sibTrans" cxnId="{7C0E7178-0F4D-47D1-8120-B39DD7FF7B5A}">
      <dgm:prSet/>
      <dgm:spPr/>
      <dgm:t>
        <a:bodyPr/>
        <a:lstStyle/>
        <a:p>
          <a:endParaRPr lang="en-US"/>
        </a:p>
      </dgm:t>
    </dgm:pt>
    <dgm:pt modelId="{32C1CECC-FF75-47A8-AFB5-D6786A08C7B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ALERT!!!</a:t>
          </a:r>
        </a:p>
      </dgm:t>
    </dgm:pt>
    <dgm:pt modelId="{323496C8-AC7B-48AB-B100-BB4E1F37807E}" type="parTrans" cxnId="{C415D8F9-7C1C-4655-894C-B9E927324DF7}">
      <dgm:prSet/>
      <dgm:spPr/>
    </dgm:pt>
    <dgm:pt modelId="{9BB25FE4-FB27-4EDB-A1A4-2AFB0F0CDEF1}" type="sibTrans" cxnId="{C415D8F9-7C1C-4655-894C-B9E927324DF7}">
      <dgm:prSet/>
      <dgm:spPr/>
    </dgm:pt>
    <dgm:pt modelId="{2C0B5E28-48C2-42D7-B2A6-CD9ACC23454D}" type="pres">
      <dgm:prSet presAssocID="{B879B637-1975-466B-8770-19D2B5BD7AFA}" presName="Name0" presStyleCnt="0">
        <dgm:presLayoutVars>
          <dgm:dir/>
          <dgm:resizeHandles val="exact"/>
        </dgm:presLayoutVars>
      </dgm:prSet>
      <dgm:spPr/>
    </dgm:pt>
    <dgm:pt modelId="{FD4FE7B9-E386-488E-AA90-E33C46A32994}" type="pres">
      <dgm:prSet presAssocID="{B879B637-1975-466B-8770-19D2B5BD7AFA}" presName="vNodes" presStyleCnt="0"/>
      <dgm:spPr/>
    </dgm:pt>
    <dgm:pt modelId="{22FE6449-D715-409B-BAF5-787552F74E53}" type="pres">
      <dgm:prSet presAssocID="{AB50FD46-3401-4C6E-84DA-20B7AF3AAEB3}" presName="node" presStyleLbl="node1" presStyleIdx="0" presStyleCnt="3">
        <dgm:presLayoutVars>
          <dgm:bulletEnabled val="1"/>
        </dgm:presLayoutVars>
      </dgm:prSet>
      <dgm:spPr/>
    </dgm:pt>
    <dgm:pt modelId="{763E23E7-EB2D-4431-B618-4BF3C537ADF9}" type="pres">
      <dgm:prSet presAssocID="{45DC4B78-8E14-4520-888B-F77477EA4C62}" presName="spacerT" presStyleCnt="0"/>
      <dgm:spPr/>
    </dgm:pt>
    <dgm:pt modelId="{EFEF8B85-92BF-4DBF-8533-C93CF2155313}" type="pres">
      <dgm:prSet presAssocID="{45DC4B78-8E14-4520-888B-F77477EA4C62}" presName="sibTrans" presStyleLbl="sibTrans2D1" presStyleIdx="0" presStyleCnt="2"/>
      <dgm:spPr/>
    </dgm:pt>
    <dgm:pt modelId="{845EACAC-553B-44C9-B621-213AC99D4B10}" type="pres">
      <dgm:prSet presAssocID="{45DC4B78-8E14-4520-888B-F77477EA4C62}" presName="spacerB" presStyleCnt="0"/>
      <dgm:spPr/>
    </dgm:pt>
    <dgm:pt modelId="{78BF7B14-EF02-42DC-911A-14E978CA733A}" type="pres">
      <dgm:prSet presAssocID="{AD9786E9-601F-4DD8-B1CC-051587D055D0}" presName="node" presStyleLbl="node1" presStyleIdx="1" presStyleCnt="3">
        <dgm:presLayoutVars>
          <dgm:bulletEnabled val="1"/>
        </dgm:presLayoutVars>
      </dgm:prSet>
      <dgm:spPr/>
    </dgm:pt>
    <dgm:pt modelId="{FCB707AA-4B6B-4758-B43A-75727F378EE1}" type="pres">
      <dgm:prSet presAssocID="{B879B637-1975-466B-8770-19D2B5BD7AFA}" presName="sibTransLast" presStyleLbl="sibTrans2D1" presStyleIdx="1" presStyleCnt="2"/>
      <dgm:spPr/>
    </dgm:pt>
    <dgm:pt modelId="{6B0BF8CD-1835-4524-8BBB-AA7D94267103}" type="pres">
      <dgm:prSet presAssocID="{B879B637-1975-466B-8770-19D2B5BD7AFA}" presName="connectorText" presStyleLbl="sibTrans2D1" presStyleIdx="1" presStyleCnt="2"/>
      <dgm:spPr/>
    </dgm:pt>
    <dgm:pt modelId="{07E2E775-4EC2-4634-9941-F831361C9394}" type="pres">
      <dgm:prSet presAssocID="{B879B637-1975-466B-8770-19D2B5BD7AFA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24F781B-6B20-4838-9F4D-8256F0684D49}" type="presOf" srcId="{AD9786E9-601F-4DD8-B1CC-051587D055D0}" destId="{78BF7B14-EF02-42DC-911A-14E978CA733A}" srcOrd="0" destOrd="0" presId="urn:microsoft.com/office/officeart/2005/8/layout/equation2"/>
    <dgm:cxn modelId="{461EB02A-432B-47C3-9A70-8DBE0F06BCF6}" type="presOf" srcId="{45DC4B78-8E14-4520-888B-F77477EA4C62}" destId="{EFEF8B85-92BF-4DBF-8533-C93CF2155313}" srcOrd="0" destOrd="0" presId="urn:microsoft.com/office/officeart/2005/8/layout/equation2"/>
    <dgm:cxn modelId="{A9416F2E-EE84-4762-9492-5EDF3F9517E4}" type="presOf" srcId="{32C1CECC-FF75-47A8-AFB5-D6786A08C7B0}" destId="{07E2E775-4EC2-4634-9941-F831361C9394}" srcOrd="0" destOrd="0" presId="urn:microsoft.com/office/officeart/2005/8/layout/equation2"/>
    <dgm:cxn modelId="{415DB16A-E30D-4B3B-95D1-6F33F41FDEC9}" type="presOf" srcId="{B879B637-1975-466B-8770-19D2B5BD7AFA}" destId="{2C0B5E28-48C2-42D7-B2A6-CD9ACC23454D}" srcOrd="0" destOrd="0" presId="urn:microsoft.com/office/officeart/2005/8/layout/equation2"/>
    <dgm:cxn modelId="{7C0E7178-0F4D-47D1-8120-B39DD7FF7B5A}" srcId="{B879B637-1975-466B-8770-19D2B5BD7AFA}" destId="{AD9786E9-601F-4DD8-B1CC-051587D055D0}" srcOrd="1" destOrd="0" parTransId="{66BD74AF-4A4E-48C5-BA40-63D7F3CE915B}" sibTransId="{D4637D18-EAB7-42A9-8FE6-4AE6B1B0EDED}"/>
    <dgm:cxn modelId="{3D7051C2-C7FE-44E3-B723-FAF9894C6EAA}" type="presOf" srcId="{D4637D18-EAB7-42A9-8FE6-4AE6B1B0EDED}" destId="{FCB707AA-4B6B-4758-B43A-75727F378EE1}" srcOrd="0" destOrd="0" presId="urn:microsoft.com/office/officeart/2005/8/layout/equation2"/>
    <dgm:cxn modelId="{A19BBFCF-EAEB-445A-AE0E-A8F45C36AD67}" srcId="{B879B637-1975-466B-8770-19D2B5BD7AFA}" destId="{AB50FD46-3401-4C6E-84DA-20B7AF3AAEB3}" srcOrd="0" destOrd="0" parTransId="{18BE5B93-2F6C-409F-9AE3-EECEB5C1E9F4}" sibTransId="{45DC4B78-8E14-4520-888B-F77477EA4C62}"/>
    <dgm:cxn modelId="{A9009CDC-9EFA-4AD2-853D-28209F669AC7}" type="presOf" srcId="{AB50FD46-3401-4C6E-84DA-20B7AF3AAEB3}" destId="{22FE6449-D715-409B-BAF5-787552F74E53}" srcOrd="0" destOrd="0" presId="urn:microsoft.com/office/officeart/2005/8/layout/equation2"/>
    <dgm:cxn modelId="{F258F7E9-FAFE-42B3-9D2C-658223891E90}" type="presOf" srcId="{D4637D18-EAB7-42A9-8FE6-4AE6B1B0EDED}" destId="{6B0BF8CD-1835-4524-8BBB-AA7D94267103}" srcOrd="1" destOrd="0" presId="urn:microsoft.com/office/officeart/2005/8/layout/equation2"/>
    <dgm:cxn modelId="{C415D8F9-7C1C-4655-894C-B9E927324DF7}" srcId="{B879B637-1975-466B-8770-19D2B5BD7AFA}" destId="{32C1CECC-FF75-47A8-AFB5-D6786A08C7B0}" srcOrd="2" destOrd="0" parTransId="{323496C8-AC7B-48AB-B100-BB4E1F37807E}" sibTransId="{9BB25FE4-FB27-4EDB-A1A4-2AFB0F0CDEF1}"/>
    <dgm:cxn modelId="{C9F28AD0-60F9-48AC-8709-263BF857746D}" type="presParOf" srcId="{2C0B5E28-48C2-42D7-B2A6-CD9ACC23454D}" destId="{FD4FE7B9-E386-488E-AA90-E33C46A32994}" srcOrd="0" destOrd="0" presId="urn:microsoft.com/office/officeart/2005/8/layout/equation2"/>
    <dgm:cxn modelId="{8BA57B00-CBAC-4C0D-914C-071FD4ED8AB4}" type="presParOf" srcId="{FD4FE7B9-E386-488E-AA90-E33C46A32994}" destId="{22FE6449-D715-409B-BAF5-787552F74E53}" srcOrd="0" destOrd="0" presId="urn:microsoft.com/office/officeart/2005/8/layout/equation2"/>
    <dgm:cxn modelId="{3A7F5F05-C6CC-40E2-95B9-F2758890015F}" type="presParOf" srcId="{FD4FE7B9-E386-488E-AA90-E33C46A32994}" destId="{763E23E7-EB2D-4431-B618-4BF3C537ADF9}" srcOrd="1" destOrd="0" presId="urn:microsoft.com/office/officeart/2005/8/layout/equation2"/>
    <dgm:cxn modelId="{4B4AFF35-EA8A-42B7-9B7C-69096DD447F3}" type="presParOf" srcId="{FD4FE7B9-E386-488E-AA90-E33C46A32994}" destId="{EFEF8B85-92BF-4DBF-8533-C93CF2155313}" srcOrd="2" destOrd="0" presId="urn:microsoft.com/office/officeart/2005/8/layout/equation2"/>
    <dgm:cxn modelId="{14A09901-24F1-4ABF-B589-2BBE4A18F1FC}" type="presParOf" srcId="{FD4FE7B9-E386-488E-AA90-E33C46A32994}" destId="{845EACAC-553B-44C9-B621-213AC99D4B10}" srcOrd="3" destOrd="0" presId="urn:microsoft.com/office/officeart/2005/8/layout/equation2"/>
    <dgm:cxn modelId="{E6142E15-2775-423D-8204-548993E6C67D}" type="presParOf" srcId="{FD4FE7B9-E386-488E-AA90-E33C46A32994}" destId="{78BF7B14-EF02-42DC-911A-14E978CA733A}" srcOrd="4" destOrd="0" presId="urn:microsoft.com/office/officeart/2005/8/layout/equation2"/>
    <dgm:cxn modelId="{7FA91118-88F7-4BE8-B61F-94413F6CF303}" type="presParOf" srcId="{2C0B5E28-48C2-42D7-B2A6-CD9ACC23454D}" destId="{FCB707AA-4B6B-4758-B43A-75727F378EE1}" srcOrd="1" destOrd="0" presId="urn:microsoft.com/office/officeart/2005/8/layout/equation2"/>
    <dgm:cxn modelId="{4537DAE8-29D1-46BE-BC18-2FB9CB2C9CB7}" type="presParOf" srcId="{FCB707AA-4B6B-4758-B43A-75727F378EE1}" destId="{6B0BF8CD-1835-4524-8BBB-AA7D94267103}" srcOrd="0" destOrd="0" presId="urn:microsoft.com/office/officeart/2005/8/layout/equation2"/>
    <dgm:cxn modelId="{B96775FB-45F3-4EAC-94FD-A8776E290136}" type="presParOf" srcId="{2C0B5E28-48C2-42D7-B2A6-CD9ACC23454D}" destId="{07E2E775-4EC2-4634-9941-F831361C939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879B637-1975-466B-8770-19D2B5BD7AFA}" type="doc">
      <dgm:prSet loTypeId="urn:microsoft.com/office/officeart/2005/8/layout/equation2" loCatId="relationship" qsTypeId="urn:microsoft.com/office/officeart/2005/8/quickstyle/3d3" qsCatId="3D" csTypeId="urn:microsoft.com/office/officeart/2005/8/colors/colorful2" csCatId="colorful" phldr="1"/>
      <dgm:spPr/>
    </dgm:pt>
    <dgm:pt modelId="{AB50FD46-3401-4C6E-84DA-20B7AF3AAEB3}">
      <dgm:prSet phldr="0"/>
      <dgm:spPr/>
      <dgm:t>
        <a:bodyPr/>
        <a:lstStyle/>
        <a:p>
          <a:pPr rtl="0"/>
          <a:r>
            <a:rPr lang="en-US" b="1"/>
            <a:t>Off-Route</a:t>
          </a:r>
          <a:r>
            <a:rPr lang="en-US"/>
            <a:t>: &gt;1 km deviation → SMS/email alert to logistics team.</a:t>
          </a:r>
          <a:endParaRPr lang="en-US" dirty="0">
            <a:latin typeface="Posterama"/>
          </a:endParaRPr>
        </a:p>
      </dgm:t>
    </dgm:pt>
    <dgm:pt modelId="{18BE5B93-2F6C-409F-9AE3-EECEB5C1E9F4}" type="parTrans" cxnId="{A19BBFCF-EAEB-445A-AE0E-A8F45C36AD67}">
      <dgm:prSet/>
      <dgm:spPr/>
    </dgm:pt>
    <dgm:pt modelId="{45DC4B78-8E14-4520-888B-F77477EA4C62}" type="sibTrans" cxnId="{A19BBFCF-EAEB-445A-AE0E-A8F45C36AD67}">
      <dgm:prSet/>
      <dgm:spPr/>
      <dgm:t>
        <a:bodyPr/>
        <a:lstStyle/>
        <a:p>
          <a:endParaRPr lang="en-US"/>
        </a:p>
      </dgm:t>
    </dgm:pt>
    <dgm:pt modelId="{AD9786E9-601F-4DD8-B1CC-051587D055D0}">
      <dgm:prSet phldr="0"/>
      <dgm:spPr/>
      <dgm:t>
        <a:bodyPr/>
        <a:lstStyle/>
        <a:p>
          <a:pPr rtl="0"/>
          <a:r>
            <a:rPr lang="en-US" b="1" dirty="0"/>
            <a:t>Stationary</a:t>
          </a:r>
          <a:r>
            <a:rPr lang="en-US" dirty="0"/>
            <a:t>: &gt;48 hrs at a location → billing recovery alert.</a:t>
          </a:r>
          <a:endParaRPr lang="en-US" dirty="0">
            <a:latin typeface="Posterama"/>
          </a:endParaRPr>
        </a:p>
      </dgm:t>
    </dgm:pt>
    <dgm:pt modelId="{66BD74AF-4A4E-48C5-BA40-63D7F3CE915B}" type="parTrans" cxnId="{7C0E7178-0F4D-47D1-8120-B39DD7FF7B5A}">
      <dgm:prSet/>
      <dgm:spPr/>
    </dgm:pt>
    <dgm:pt modelId="{D4637D18-EAB7-42A9-8FE6-4AE6B1B0EDED}" type="sibTrans" cxnId="{7C0E7178-0F4D-47D1-8120-B39DD7FF7B5A}">
      <dgm:prSet/>
      <dgm:spPr/>
      <dgm:t>
        <a:bodyPr/>
        <a:lstStyle/>
        <a:p>
          <a:endParaRPr lang="en-US"/>
        </a:p>
      </dgm:t>
    </dgm:pt>
    <dgm:pt modelId="{32C1CECC-FF75-47A8-AFB5-D6786A08C7B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ALERT!!!</a:t>
          </a:r>
        </a:p>
      </dgm:t>
    </dgm:pt>
    <dgm:pt modelId="{323496C8-AC7B-48AB-B100-BB4E1F37807E}" type="parTrans" cxnId="{C415D8F9-7C1C-4655-894C-B9E927324DF7}">
      <dgm:prSet/>
      <dgm:spPr/>
    </dgm:pt>
    <dgm:pt modelId="{9BB25FE4-FB27-4EDB-A1A4-2AFB0F0CDEF1}" type="sibTrans" cxnId="{C415D8F9-7C1C-4655-894C-B9E927324DF7}">
      <dgm:prSet/>
      <dgm:spPr/>
    </dgm:pt>
    <dgm:pt modelId="{2C0B5E28-48C2-42D7-B2A6-CD9ACC23454D}" type="pres">
      <dgm:prSet presAssocID="{B879B637-1975-466B-8770-19D2B5BD7AFA}" presName="Name0" presStyleCnt="0">
        <dgm:presLayoutVars>
          <dgm:dir/>
          <dgm:resizeHandles val="exact"/>
        </dgm:presLayoutVars>
      </dgm:prSet>
      <dgm:spPr/>
    </dgm:pt>
    <dgm:pt modelId="{FD4FE7B9-E386-488E-AA90-E33C46A32994}" type="pres">
      <dgm:prSet presAssocID="{B879B637-1975-466B-8770-19D2B5BD7AFA}" presName="vNodes" presStyleCnt="0"/>
      <dgm:spPr/>
    </dgm:pt>
    <dgm:pt modelId="{22FE6449-D715-409B-BAF5-787552F74E53}" type="pres">
      <dgm:prSet presAssocID="{AB50FD46-3401-4C6E-84DA-20B7AF3AAEB3}" presName="node" presStyleLbl="node1" presStyleIdx="0" presStyleCnt="3">
        <dgm:presLayoutVars>
          <dgm:bulletEnabled val="1"/>
        </dgm:presLayoutVars>
      </dgm:prSet>
      <dgm:spPr/>
    </dgm:pt>
    <dgm:pt modelId="{763E23E7-EB2D-4431-B618-4BF3C537ADF9}" type="pres">
      <dgm:prSet presAssocID="{45DC4B78-8E14-4520-888B-F77477EA4C62}" presName="spacerT" presStyleCnt="0"/>
      <dgm:spPr/>
    </dgm:pt>
    <dgm:pt modelId="{EFEF8B85-92BF-4DBF-8533-C93CF2155313}" type="pres">
      <dgm:prSet presAssocID="{45DC4B78-8E14-4520-888B-F77477EA4C62}" presName="sibTrans" presStyleLbl="sibTrans2D1" presStyleIdx="0" presStyleCnt="2"/>
      <dgm:spPr/>
    </dgm:pt>
    <dgm:pt modelId="{845EACAC-553B-44C9-B621-213AC99D4B10}" type="pres">
      <dgm:prSet presAssocID="{45DC4B78-8E14-4520-888B-F77477EA4C62}" presName="spacerB" presStyleCnt="0"/>
      <dgm:spPr/>
    </dgm:pt>
    <dgm:pt modelId="{78BF7B14-EF02-42DC-911A-14E978CA733A}" type="pres">
      <dgm:prSet presAssocID="{AD9786E9-601F-4DD8-B1CC-051587D055D0}" presName="node" presStyleLbl="node1" presStyleIdx="1" presStyleCnt="3">
        <dgm:presLayoutVars>
          <dgm:bulletEnabled val="1"/>
        </dgm:presLayoutVars>
      </dgm:prSet>
      <dgm:spPr/>
    </dgm:pt>
    <dgm:pt modelId="{FCB707AA-4B6B-4758-B43A-75727F378EE1}" type="pres">
      <dgm:prSet presAssocID="{B879B637-1975-466B-8770-19D2B5BD7AFA}" presName="sibTransLast" presStyleLbl="sibTrans2D1" presStyleIdx="1" presStyleCnt="2"/>
      <dgm:spPr/>
    </dgm:pt>
    <dgm:pt modelId="{6B0BF8CD-1835-4524-8BBB-AA7D94267103}" type="pres">
      <dgm:prSet presAssocID="{B879B637-1975-466B-8770-19D2B5BD7AFA}" presName="connectorText" presStyleLbl="sibTrans2D1" presStyleIdx="1" presStyleCnt="2"/>
      <dgm:spPr/>
    </dgm:pt>
    <dgm:pt modelId="{07E2E775-4EC2-4634-9941-F831361C9394}" type="pres">
      <dgm:prSet presAssocID="{B879B637-1975-466B-8770-19D2B5BD7AFA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24F781B-6B20-4838-9F4D-8256F0684D49}" type="presOf" srcId="{AD9786E9-601F-4DD8-B1CC-051587D055D0}" destId="{78BF7B14-EF02-42DC-911A-14E978CA733A}" srcOrd="0" destOrd="0" presId="urn:microsoft.com/office/officeart/2005/8/layout/equation2"/>
    <dgm:cxn modelId="{461EB02A-432B-47C3-9A70-8DBE0F06BCF6}" type="presOf" srcId="{45DC4B78-8E14-4520-888B-F77477EA4C62}" destId="{EFEF8B85-92BF-4DBF-8533-C93CF2155313}" srcOrd="0" destOrd="0" presId="urn:microsoft.com/office/officeart/2005/8/layout/equation2"/>
    <dgm:cxn modelId="{A9416F2E-EE84-4762-9492-5EDF3F9517E4}" type="presOf" srcId="{32C1CECC-FF75-47A8-AFB5-D6786A08C7B0}" destId="{07E2E775-4EC2-4634-9941-F831361C9394}" srcOrd="0" destOrd="0" presId="urn:microsoft.com/office/officeart/2005/8/layout/equation2"/>
    <dgm:cxn modelId="{415DB16A-E30D-4B3B-95D1-6F33F41FDEC9}" type="presOf" srcId="{B879B637-1975-466B-8770-19D2B5BD7AFA}" destId="{2C0B5E28-48C2-42D7-B2A6-CD9ACC23454D}" srcOrd="0" destOrd="0" presId="urn:microsoft.com/office/officeart/2005/8/layout/equation2"/>
    <dgm:cxn modelId="{7C0E7178-0F4D-47D1-8120-B39DD7FF7B5A}" srcId="{B879B637-1975-466B-8770-19D2B5BD7AFA}" destId="{AD9786E9-601F-4DD8-B1CC-051587D055D0}" srcOrd="1" destOrd="0" parTransId="{66BD74AF-4A4E-48C5-BA40-63D7F3CE915B}" sibTransId="{D4637D18-EAB7-42A9-8FE6-4AE6B1B0EDED}"/>
    <dgm:cxn modelId="{3D7051C2-C7FE-44E3-B723-FAF9894C6EAA}" type="presOf" srcId="{D4637D18-EAB7-42A9-8FE6-4AE6B1B0EDED}" destId="{FCB707AA-4B6B-4758-B43A-75727F378EE1}" srcOrd="0" destOrd="0" presId="urn:microsoft.com/office/officeart/2005/8/layout/equation2"/>
    <dgm:cxn modelId="{A19BBFCF-EAEB-445A-AE0E-A8F45C36AD67}" srcId="{B879B637-1975-466B-8770-19D2B5BD7AFA}" destId="{AB50FD46-3401-4C6E-84DA-20B7AF3AAEB3}" srcOrd="0" destOrd="0" parTransId="{18BE5B93-2F6C-409F-9AE3-EECEB5C1E9F4}" sibTransId="{45DC4B78-8E14-4520-888B-F77477EA4C62}"/>
    <dgm:cxn modelId="{A9009CDC-9EFA-4AD2-853D-28209F669AC7}" type="presOf" srcId="{AB50FD46-3401-4C6E-84DA-20B7AF3AAEB3}" destId="{22FE6449-D715-409B-BAF5-787552F74E53}" srcOrd="0" destOrd="0" presId="urn:microsoft.com/office/officeart/2005/8/layout/equation2"/>
    <dgm:cxn modelId="{F258F7E9-FAFE-42B3-9D2C-658223891E90}" type="presOf" srcId="{D4637D18-EAB7-42A9-8FE6-4AE6B1B0EDED}" destId="{6B0BF8CD-1835-4524-8BBB-AA7D94267103}" srcOrd="1" destOrd="0" presId="urn:microsoft.com/office/officeart/2005/8/layout/equation2"/>
    <dgm:cxn modelId="{C415D8F9-7C1C-4655-894C-B9E927324DF7}" srcId="{B879B637-1975-466B-8770-19D2B5BD7AFA}" destId="{32C1CECC-FF75-47A8-AFB5-D6786A08C7B0}" srcOrd="2" destOrd="0" parTransId="{323496C8-AC7B-48AB-B100-BB4E1F37807E}" sibTransId="{9BB25FE4-FB27-4EDB-A1A4-2AFB0F0CDEF1}"/>
    <dgm:cxn modelId="{C9F28AD0-60F9-48AC-8709-263BF857746D}" type="presParOf" srcId="{2C0B5E28-48C2-42D7-B2A6-CD9ACC23454D}" destId="{FD4FE7B9-E386-488E-AA90-E33C46A32994}" srcOrd="0" destOrd="0" presId="urn:microsoft.com/office/officeart/2005/8/layout/equation2"/>
    <dgm:cxn modelId="{8BA57B00-CBAC-4C0D-914C-071FD4ED8AB4}" type="presParOf" srcId="{FD4FE7B9-E386-488E-AA90-E33C46A32994}" destId="{22FE6449-D715-409B-BAF5-787552F74E53}" srcOrd="0" destOrd="0" presId="urn:microsoft.com/office/officeart/2005/8/layout/equation2"/>
    <dgm:cxn modelId="{3A7F5F05-C6CC-40E2-95B9-F2758890015F}" type="presParOf" srcId="{FD4FE7B9-E386-488E-AA90-E33C46A32994}" destId="{763E23E7-EB2D-4431-B618-4BF3C537ADF9}" srcOrd="1" destOrd="0" presId="urn:microsoft.com/office/officeart/2005/8/layout/equation2"/>
    <dgm:cxn modelId="{4B4AFF35-EA8A-42B7-9B7C-69096DD447F3}" type="presParOf" srcId="{FD4FE7B9-E386-488E-AA90-E33C46A32994}" destId="{EFEF8B85-92BF-4DBF-8533-C93CF2155313}" srcOrd="2" destOrd="0" presId="urn:microsoft.com/office/officeart/2005/8/layout/equation2"/>
    <dgm:cxn modelId="{14A09901-24F1-4ABF-B589-2BBE4A18F1FC}" type="presParOf" srcId="{FD4FE7B9-E386-488E-AA90-E33C46A32994}" destId="{845EACAC-553B-44C9-B621-213AC99D4B10}" srcOrd="3" destOrd="0" presId="urn:microsoft.com/office/officeart/2005/8/layout/equation2"/>
    <dgm:cxn modelId="{E6142E15-2775-423D-8204-548993E6C67D}" type="presParOf" srcId="{FD4FE7B9-E386-488E-AA90-E33C46A32994}" destId="{78BF7B14-EF02-42DC-911A-14E978CA733A}" srcOrd="4" destOrd="0" presId="urn:microsoft.com/office/officeart/2005/8/layout/equation2"/>
    <dgm:cxn modelId="{7FA91118-88F7-4BE8-B61F-94413F6CF303}" type="presParOf" srcId="{2C0B5E28-48C2-42D7-B2A6-CD9ACC23454D}" destId="{FCB707AA-4B6B-4758-B43A-75727F378EE1}" srcOrd="1" destOrd="0" presId="urn:microsoft.com/office/officeart/2005/8/layout/equation2"/>
    <dgm:cxn modelId="{4537DAE8-29D1-46BE-BC18-2FB9CB2C9CB7}" type="presParOf" srcId="{FCB707AA-4B6B-4758-B43A-75727F378EE1}" destId="{6B0BF8CD-1835-4524-8BBB-AA7D94267103}" srcOrd="0" destOrd="0" presId="urn:microsoft.com/office/officeart/2005/8/layout/equation2"/>
    <dgm:cxn modelId="{B96775FB-45F3-4EAC-94FD-A8776E290136}" type="presParOf" srcId="{2C0B5E28-48C2-42D7-B2A6-CD9ACC23454D}" destId="{07E2E775-4EC2-4634-9941-F831361C939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879B637-1975-466B-8770-19D2B5BD7AFA}" type="doc">
      <dgm:prSet loTypeId="urn:microsoft.com/office/officeart/2005/8/layout/equation2" loCatId="relationship" qsTypeId="urn:microsoft.com/office/officeart/2005/8/quickstyle/3d3" qsCatId="3D" csTypeId="urn:microsoft.com/office/officeart/2005/8/colors/colorful2" csCatId="colorful" phldr="1"/>
      <dgm:spPr/>
    </dgm:pt>
    <dgm:pt modelId="{AB50FD46-3401-4C6E-84DA-20B7AF3AAEB3}">
      <dgm:prSet phldr="0"/>
      <dgm:spPr/>
      <dgm:t>
        <a:bodyPr/>
        <a:lstStyle/>
        <a:p>
          <a:pPr rtl="0"/>
          <a:r>
            <a:rPr lang="en-US" b="1"/>
            <a:t>Off-Route</a:t>
          </a:r>
          <a:r>
            <a:rPr lang="en-US"/>
            <a:t>: &gt;1 km deviation → SMS/email alert to logistics team.</a:t>
          </a:r>
          <a:endParaRPr lang="en-US" dirty="0">
            <a:latin typeface="Posterama"/>
          </a:endParaRPr>
        </a:p>
      </dgm:t>
    </dgm:pt>
    <dgm:pt modelId="{18BE5B93-2F6C-409F-9AE3-EECEB5C1E9F4}" type="parTrans" cxnId="{A19BBFCF-EAEB-445A-AE0E-A8F45C36AD67}">
      <dgm:prSet/>
      <dgm:spPr/>
    </dgm:pt>
    <dgm:pt modelId="{45DC4B78-8E14-4520-888B-F77477EA4C62}" type="sibTrans" cxnId="{A19BBFCF-EAEB-445A-AE0E-A8F45C36AD67}">
      <dgm:prSet/>
      <dgm:spPr/>
      <dgm:t>
        <a:bodyPr/>
        <a:lstStyle/>
        <a:p>
          <a:endParaRPr lang="en-US"/>
        </a:p>
      </dgm:t>
    </dgm:pt>
    <dgm:pt modelId="{AD9786E9-601F-4DD8-B1CC-051587D055D0}">
      <dgm:prSet phldr="0"/>
      <dgm:spPr/>
      <dgm:t>
        <a:bodyPr/>
        <a:lstStyle/>
        <a:p>
          <a:pPr rtl="0"/>
          <a:r>
            <a:rPr lang="en-US" b="1" dirty="0"/>
            <a:t>Stationary</a:t>
          </a:r>
          <a:r>
            <a:rPr lang="en-US" dirty="0"/>
            <a:t>: &gt;48 hrs at a location → billing recovery alert.</a:t>
          </a:r>
          <a:endParaRPr lang="en-US" dirty="0">
            <a:latin typeface="Posterama"/>
          </a:endParaRPr>
        </a:p>
      </dgm:t>
    </dgm:pt>
    <dgm:pt modelId="{66BD74AF-4A4E-48C5-BA40-63D7F3CE915B}" type="parTrans" cxnId="{7C0E7178-0F4D-47D1-8120-B39DD7FF7B5A}">
      <dgm:prSet/>
      <dgm:spPr/>
    </dgm:pt>
    <dgm:pt modelId="{D4637D18-EAB7-42A9-8FE6-4AE6B1B0EDED}" type="sibTrans" cxnId="{7C0E7178-0F4D-47D1-8120-B39DD7FF7B5A}">
      <dgm:prSet/>
      <dgm:spPr/>
      <dgm:t>
        <a:bodyPr/>
        <a:lstStyle/>
        <a:p>
          <a:endParaRPr lang="en-US"/>
        </a:p>
      </dgm:t>
    </dgm:pt>
    <dgm:pt modelId="{32C1CECC-FF75-47A8-AFB5-D6786A08C7B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ALERT!!!</a:t>
          </a:r>
        </a:p>
      </dgm:t>
    </dgm:pt>
    <dgm:pt modelId="{323496C8-AC7B-48AB-B100-BB4E1F37807E}" type="parTrans" cxnId="{C415D8F9-7C1C-4655-894C-B9E927324DF7}">
      <dgm:prSet/>
      <dgm:spPr/>
    </dgm:pt>
    <dgm:pt modelId="{9BB25FE4-FB27-4EDB-A1A4-2AFB0F0CDEF1}" type="sibTrans" cxnId="{C415D8F9-7C1C-4655-894C-B9E927324DF7}">
      <dgm:prSet/>
      <dgm:spPr/>
    </dgm:pt>
    <dgm:pt modelId="{2C0B5E28-48C2-42D7-B2A6-CD9ACC23454D}" type="pres">
      <dgm:prSet presAssocID="{B879B637-1975-466B-8770-19D2B5BD7AFA}" presName="Name0" presStyleCnt="0">
        <dgm:presLayoutVars>
          <dgm:dir/>
          <dgm:resizeHandles val="exact"/>
        </dgm:presLayoutVars>
      </dgm:prSet>
      <dgm:spPr/>
    </dgm:pt>
    <dgm:pt modelId="{FD4FE7B9-E386-488E-AA90-E33C46A32994}" type="pres">
      <dgm:prSet presAssocID="{B879B637-1975-466B-8770-19D2B5BD7AFA}" presName="vNodes" presStyleCnt="0"/>
      <dgm:spPr/>
    </dgm:pt>
    <dgm:pt modelId="{22FE6449-D715-409B-BAF5-787552F74E53}" type="pres">
      <dgm:prSet presAssocID="{AB50FD46-3401-4C6E-84DA-20B7AF3AAEB3}" presName="node" presStyleLbl="node1" presStyleIdx="0" presStyleCnt="3">
        <dgm:presLayoutVars>
          <dgm:bulletEnabled val="1"/>
        </dgm:presLayoutVars>
      </dgm:prSet>
      <dgm:spPr/>
    </dgm:pt>
    <dgm:pt modelId="{763E23E7-EB2D-4431-B618-4BF3C537ADF9}" type="pres">
      <dgm:prSet presAssocID="{45DC4B78-8E14-4520-888B-F77477EA4C62}" presName="spacerT" presStyleCnt="0"/>
      <dgm:spPr/>
    </dgm:pt>
    <dgm:pt modelId="{EFEF8B85-92BF-4DBF-8533-C93CF2155313}" type="pres">
      <dgm:prSet presAssocID="{45DC4B78-8E14-4520-888B-F77477EA4C62}" presName="sibTrans" presStyleLbl="sibTrans2D1" presStyleIdx="0" presStyleCnt="2"/>
      <dgm:spPr/>
    </dgm:pt>
    <dgm:pt modelId="{845EACAC-553B-44C9-B621-213AC99D4B10}" type="pres">
      <dgm:prSet presAssocID="{45DC4B78-8E14-4520-888B-F77477EA4C62}" presName="spacerB" presStyleCnt="0"/>
      <dgm:spPr/>
    </dgm:pt>
    <dgm:pt modelId="{78BF7B14-EF02-42DC-911A-14E978CA733A}" type="pres">
      <dgm:prSet presAssocID="{AD9786E9-601F-4DD8-B1CC-051587D055D0}" presName="node" presStyleLbl="node1" presStyleIdx="1" presStyleCnt="3">
        <dgm:presLayoutVars>
          <dgm:bulletEnabled val="1"/>
        </dgm:presLayoutVars>
      </dgm:prSet>
      <dgm:spPr/>
    </dgm:pt>
    <dgm:pt modelId="{FCB707AA-4B6B-4758-B43A-75727F378EE1}" type="pres">
      <dgm:prSet presAssocID="{B879B637-1975-466B-8770-19D2B5BD7AFA}" presName="sibTransLast" presStyleLbl="sibTrans2D1" presStyleIdx="1" presStyleCnt="2"/>
      <dgm:spPr/>
    </dgm:pt>
    <dgm:pt modelId="{6B0BF8CD-1835-4524-8BBB-AA7D94267103}" type="pres">
      <dgm:prSet presAssocID="{B879B637-1975-466B-8770-19D2B5BD7AFA}" presName="connectorText" presStyleLbl="sibTrans2D1" presStyleIdx="1" presStyleCnt="2"/>
      <dgm:spPr/>
    </dgm:pt>
    <dgm:pt modelId="{07E2E775-4EC2-4634-9941-F831361C9394}" type="pres">
      <dgm:prSet presAssocID="{B879B637-1975-466B-8770-19D2B5BD7AFA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24F781B-6B20-4838-9F4D-8256F0684D49}" type="presOf" srcId="{AD9786E9-601F-4DD8-B1CC-051587D055D0}" destId="{78BF7B14-EF02-42DC-911A-14E978CA733A}" srcOrd="0" destOrd="0" presId="urn:microsoft.com/office/officeart/2005/8/layout/equation2"/>
    <dgm:cxn modelId="{461EB02A-432B-47C3-9A70-8DBE0F06BCF6}" type="presOf" srcId="{45DC4B78-8E14-4520-888B-F77477EA4C62}" destId="{EFEF8B85-92BF-4DBF-8533-C93CF2155313}" srcOrd="0" destOrd="0" presId="urn:microsoft.com/office/officeart/2005/8/layout/equation2"/>
    <dgm:cxn modelId="{A9416F2E-EE84-4762-9492-5EDF3F9517E4}" type="presOf" srcId="{32C1CECC-FF75-47A8-AFB5-D6786A08C7B0}" destId="{07E2E775-4EC2-4634-9941-F831361C9394}" srcOrd="0" destOrd="0" presId="urn:microsoft.com/office/officeart/2005/8/layout/equation2"/>
    <dgm:cxn modelId="{415DB16A-E30D-4B3B-95D1-6F33F41FDEC9}" type="presOf" srcId="{B879B637-1975-466B-8770-19D2B5BD7AFA}" destId="{2C0B5E28-48C2-42D7-B2A6-CD9ACC23454D}" srcOrd="0" destOrd="0" presId="urn:microsoft.com/office/officeart/2005/8/layout/equation2"/>
    <dgm:cxn modelId="{7C0E7178-0F4D-47D1-8120-B39DD7FF7B5A}" srcId="{B879B637-1975-466B-8770-19D2B5BD7AFA}" destId="{AD9786E9-601F-4DD8-B1CC-051587D055D0}" srcOrd="1" destOrd="0" parTransId="{66BD74AF-4A4E-48C5-BA40-63D7F3CE915B}" sibTransId="{D4637D18-EAB7-42A9-8FE6-4AE6B1B0EDED}"/>
    <dgm:cxn modelId="{3D7051C2-C7FE-44E3-B723-FAF9894C6EAA}" type="presOf" srcId="{D4637D18-EAB7-42A9-8FE6-4AE6B1B0EDED}" destId="{FCB707AA-4B6B-4758-B43A-75727F378EE1}" srcOrd="0" destOrd="0" presId="urn:microsoft.com/office/officeart/2005/8/layout/equation2"/>
    <dgm:cxn modelId="{A19BBFCF-EAEB-445A-AE0E-A8F45C36AD67}" srcId="{B879B637-1975-466B-8770-19D2B5BD7AFA}" destId="{AB50FD46-3401-4C6E-84DA-20B7AF3AAEB3}" srcOrd="0" destOrd="0" parTransId="{18BE5B93-2F6C-409F-9AE3-EECEB5C1E9F4}" sibTransId="{45DC4B78-8E14-4520-888B-F77477EA4C62}"/>
    <dgm:cxn modelId="{A9009CDC-9EFA-4AD2-853D-28209F669AC7}" type="presOf" srcId="{AB50FD46-3401-4C6E-84DA-20B7AF3AAEB3}" destId="{22FE6449-D715-409B-BAF5-787552F74E53}" srcOrd="0" destOrd="0" presId="urn:microsoft.com/office/officeart/2005/8/layout/equation2"/>
    <dgm:cxn modelId="{F258F7E9-FAFE-42B3-9D2C-658223891E90}" type="presOf" srcId="{D4637D18-EAB7-42A9-8FE6-4AE6B1B0EDED}" destId="{6B0BF8CD-1835-4524-8BBB-AA7D94267103}" srcOrd="1" destOrd="0" presId="urn:microsoft.com/office/officeart/2005/8/layout/equation2"/>
    <dgm:cxn modelId="{C415D8F9-7C1C-4655-894C-B9E927324DF7}" srcId="{B879B637-1975-466B-8770-19D2B5BD7AFA}" destId="{32C1CECC-FF75-47A8-AFB5-D6786A08C7B0}" srcOrd="2" destOrd="0" parTransId="{323496C8-AC7B-48AB-B100-BB4E1F37807E}" sibTransId="{9BB25FE4-FB27-4EDB-A1A4-2AFB0F0CDEF1}"/>
    <dgm:cxn modelId="{C9F28AD0-60F9-48AC-8709-263BF857746D}" type="presParOf" srcId="{2C0B5E28-48C2-42D7-B2A6-CD9ACC23454D}" destId="{FD4FE7B9-E386-488E-AA90-E33C46A32994}" srcOrd="0" destOrd="0" presId="urn:microsoft.com/office/officeart/2005/8/layout/equation2"/>
    <dgm:cxn modelId="{8BA57B00-CBAC-4C0D-914C-071FD4ED8AB4}" type="presParOf" srcId="{FD4FE7B9-E386-488E-AA90-E33C46A32994}" destId="{22FE6449-D715-409B-BAF5-787552F74E53}" srcOrd="0" destOrd="0" presId="urn:microsoft.com/office/officeart/2005/8/layout/equation2"/>
    <dgm:cxn modelId="{3A7F5F05-C6CC-40E2-95B9-F2758890015F}" type="presParOf" srcId="{FD4FE7B9-E386-488E-AA90-E33C46A32994}" destId="{763E23E7-EB2D-4431-B618-4BF3C537ADF9}" srcOrd="1" destOrd="0" presId="urn:microsoft.com/office/officeart/2005/8/layout/equation2"/>
    <dgm:cxn modelId="{4B4AFF35-EA8A-42B7-9B7C-69096DD447F3}" type="presParOf" srcId="{FD4FE7B9-E386-488E-AA90-E33C46A32994}" destId="{EFEF8B85-92BF-4DBF-8533-C93CF2155313}" srcOrd="2" destOrd="0" presId="urn:microsoft.com/office/officeart/2005/8/layout/equation2"/>
    <dgm:cxn modelId="{14A09901-24F1-4ABF-B589-2BBE4A18F1FC}" type="presParOf" srcId="{FD4FE7B9-E386-488E-AA90-E33C46A32994}" destId="{845EACAC-553B-44C9-B621-213AC99D4B10}" srcOrd="3" destOrd="0" presId="urn:microsoft.com/office/officeart/2005/8/layout/equation2"/>
    <dgm:cxn modelId="{E6142E15-2775-423D-8204-548993E6C67D}" type="presParOf" srcId="{FD4FE7B9-E386-488E-AA90-E33C46A32994}" destId="{78BF7B14-EF02-42DC-911A-14E978CA733A}" srcOrd="4" destOrd="0" presId="urn:microsoft.com/office/officeart/2005/8/layout/equation2"/>
    <dgm:cxn modelId="{7FA91118-88F7-4BE8-B61F-94413F6CF303}" type="presParOf" srcId="{2C0B5E28-48C2-42D7-B2A6-CD9ACC23454D}" destId="{FCB707AA-4B6B-4758-B43A-75727F378EE1}" srcOrd="1" destOrd="0" presId="urn:microsoft.com/office/officeart/2005/8/layout/equation2"/>
    <dgm:cxn modelId="{4537DAE8-29D1-46BE-BC18-2FB9CB2C9CB7}" type="presParOf" srcId="{FCB707AA-4B6B-4758-B43A-75727F378EE1}" destId="{6B0BF8CD-1835-4524-8BBB-AA7D94267103}" srcOrd="0" destOrd="0" presId="urn:microsoft.com/office/officeart/2005/8/layout/equation2"/>
    <dgm:cxn modelId="{B96775FB-45F3-4EAC-94FD-A8776E290136}" type="presParOf" srcId="{2C0B5E28-48C2-42D7-B2A6-CD9ACC23454D}" destId="{07E2E775-4EC2-4634-9941-F831361C939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32C7C40-50E7-4BDC-9A6B-DD4357CB583C}" type="doc">
      <dgm:prSet loTypeId="urn:microsoft.com/office/officeart/2005/8/layout/vList2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25E0FB1-5C66-4816-841B-72A6A132421A}">
      <dgm:prSet phldrT="[Text]" phldr="0"/>
      <dgm:spPr/>
      <dgm:t>
        <a:bodyPr/>
        <a:lstStyle/>
        <a:p>
          <a:r>
            <a:rPr lang="en-US" b="1" dirty="0"/>
            <a:t>On-Route</a:t>
          </a:r>
          <a:endParaRPr lang="en-US" dirty="0"/>
        </a:p>
      </dgm:t>
    </dgm:pt>
    <dgm:pt modelId="{CA3D5B20-026E-412F-927E-8081B50F48AC}" type="parTrans" cxnId="{CCD529AF-CA81-40F7-B830-2C9346AFD884}">
      <dgm:prSet/>
      <dgm:spPr/>
      <dgm:t>
        <a:bodyPr/>
        <a:lstStyle/>
        <a:p>
          <a:endParaRPr lang="en-US"/>
        </a:p>
      </dgm:t>
    </dgm:pt>
    <dgm:pt modelId="{EC0F9DF0-4627-4A2F-97C1-73AB1EF57A69}" type="sibTrans" cxnId="{CCD529AF-CA81-40F7-B830-2C9346AFD884}">
      <dgm:prSet/>
      <dgm:spPr/>
      <dgm:t>
        <a:bodyPr/>
        <a:lstStyle/>
        <a:p>
          <a:endParaRPr lang="en-US"/>
        </a:p>
      </dgm:t>
    </dgm:pt>
    <dgm:pt modelId="{5A04CC34-EE2B-4E18-B82C-470ADA95E3D3}">
      <dgm:prSet phldrT="[Text]" phldr="0"/>
      <dgm:spPr/>
      <dgm:t>
        <a:bodyPr/>
        <a:lstStyle/>
        <a:p>
          <a:r>
            <a:rPr lang="en-US" b="1" dirty="0"/>
            <a:t>Deviations</a:t>
          </a:r>
          <a:endParaRPr lang="en-US" dirty="0"/>
        </a:p>
      </dgm:t>
    </dgm:pt>
    <dgm:pt modelId="{0FAD20B0-23B1-4E87-93AE-3B5AF489D44D}" type="parTrans" cxnId="{49FD9690-4774-4D53-BCFD-27FDAF58B085}">
      <dgm:prSet/>
      <dgm:spPr/>
      <dgm:t>
        <a:bodyPr/>
        <a:lstStyle/>
        <a:p>
          <a:endParaRPr lang="en-US"/>
        </a:p>
      </dgm:t>
    </dgm:pt>
    <dgm:pt modelId="{8C67258B-3C7D-47FB-ABA4-465F974CA9AD}" type="sibTrans" cxnId="{49FD9690-4774-4D53-BCFD-27FDAF58B085}">
      <dgm:prSet/>
      <dgm:spPr/>
      <dgm:t>
        <a:bodyPr/>
        <a:lstStyle/>
        <a:p>
          <a:endParaRPr lang="en-US"/>
        </a:p>
      </dgm:t>
    </dgm:pt>
    <dgm:pt modelId="{EBF1073B-CAB7-4D6C-B392-55C6345B88F6}">
      <dgm:prSet phldrT="[Text]" phldr="0"/>
      <dgm:spPr/>
      <dgm:t>
        <a:bodyPr/>
        <a:lstStyle/>
        <a:p>
          <a:pPr algn="l" rtl="0"/>
          <a:r>
            <a:rPr lang="en-US" dirty="0"/>
            <a:t>15% (10% recovered, 5% lost).</a:t>
          </a:r>
        </a:p>
      </dgm:t>
    </dgm:pt>
    <dgm:pt modelId="{678F0515-2C74-49B1-BD6E-14651993EAAD}" type="parTrans" cxnId="{87AF600B-3FAE-47EA-A63D-F8415044B303}">
      <dgm:prSet/>
      <dgm:spPr/>
      <dgm:t>
        <a:bodyPr/>
        <a:lstStyle/>
        <a:p>
          <a:endParaRPr lang="en-US"/>
        </a:p>
      </dgm:t>
    </dgm:pt>
    <dgm:pt modelId="{9943FD1B-BB42-46CF-AE7B-CD6FFCD3930A}" type="sibTrans" cxnId="{87AF600B-3FAE-47EA-A63D-F8415044B303}">
      <dgm:prSet/>
      <dgm:spPr/>
      <dgm:t>
        <a:bodyPr/>
        <a:lstStyle/>
        <a:p>
          <a:endParaRPr lang="en-US"/>
        </a:p>
      </dgm:t>
    </dgm:pt>
    <dgm:pt modelId="{6AF8E625-1293-4569-84F1-7E758D0C35D5}">
      <dgm:prSet phldr="0"/>
      <dgm:spPr/>
      <dgm:t>
        <a:bodyPr/>
        <a:lstStyle/>
        <a:p>
          <a:pPr algn="l" rtl="0"/>
          <a:r>
            <a:rPr lang="en-US" dirty="0">
              <a:latin typeface="Posterama"/>
            </a:rPr>
            <a:t>85% of pallets stayed within 1km of assigned routes</a:t>
          </a:r>
          <a:endParaRPr lang="en-US" dirty="0"/>
        </a:p>
      </dgm:t>
    </dgm:pt>
    <dgm:pt modelId="{DA5201BC-69BA-482C-BEF3-4619E6736308}" type="parTrans" cxnId="{E8B74CB0-B320-4ADA-BC76-ACD58D0681B8}">
      <dgm:prSet/>
      <dgm:spPr/>
    </dgm:pt>
    <dgm:pt modelId="{B87F6AAE-2664-4E9A-BD97-9555E4B21012}" type="sibTrans" cxnId="{E8B74CB0-B320-4ADA-BC76-ACD58D0681B8}">
      <dgm:prSet/>
      <dgm:spPr/>
    </dgm:pt>
    <dgm:pt modelId="{558FBC64-F17E-4D3F-88B1-8E5B5E79402E}" type="pres">
      <dgm:prSet presAssocID="{A32C7C40-50E7-4BDC-9A6B-DD4357CB583C}" presName="linear" presStyleCnt="0">
        <dgm:presLayoutVars>
          <dgm:animLvl val="lvl"/>
          <dgm:resizeHandles val="exact"/>
        </dgm:presLayoutVars>
      </dgm:prSet>
      <dgm:spPr/>
    </dgm:pt>
    <dgm:pt modelId="{72B65E45-9FEA-4E67-8692-0DA9BF99F655}" type="pres">
      <dgm:prSet presAssocID="{625E0FB1-5C66-4816-841B-72A6A13242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2B46FF-1C57-46C3-A59D-2C538B3F0FD5}" type="pres">
      <dgm:prSet presAssocID="{625E0FB1-5C66-4816-841B-72A6A132421A}" presName="childText" presStyleLbl="revTx" presStyleIdx="0" presStyleCnt="2">
        <dgm:presLayoutVars>
          <dgm:bulletEnabled val="1"/>
        </dgm:presLayoutVars>
      </dgm:prSet>
      <dgm:spPr/>
    </dgm:pt>
    <dgm:pt modelId="{B73CD586-9A4C-485E-8E74-2EABF3F758CB}" type="pres">
      <dgm:prSet presAssocID="{5A04CC34-EE2B-4E18-B82C-470ADA95E3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C083A7E-3901-4845-9C6D-328D871DC2AC}" type="pres">
      <dgm:prSet presAssocID="{5A04CC34-EE2B-4E18-B82C-470ADA95E3D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AF600B-3FAE-47EA-A63D-F8415044B303}" srcId="{5A04CC34-EE2B-4E18-B82C-470ADA95E3D3}" destId="{EBF1073B-CAB7-4D6C-B392-55C6345B88F6}" srcOrd="0" destOrd="0" parTransId="{678F0515-2C74-49B1-BD6E-14651993EAAD}" sibTransId="{9943FD1B-BB42-46CF-AE7B-CD6FFCD3930A}"/>
    <dgm:cxn modelId="{9E2F931E-DDD0-4CCA-8E46-E114430F1BED}" type="presOf" srcId="{6AF8E625-1293-4569-84F1-7E758D0C35D5}" destId="{642B46FF-1C57-46C3-A59D-2C538B3F0FD5}" srcOrd="0" destOrd="0" presId="urn:microsoft.com/office/officeart/2005/8/layout/vList2"/>
    <dgm:cxn modelId="{A2050933-9B57-40E6-9C6B-CCE7A4FF02C8}" type="presOf" srcId="{A32C7C40-50E7-4BDC-9A6B-DD4357CB583C}" destId="{558FBC64-F17E-4D3F-88B1-8E5B5E79402E}" srcOrd="0" destOrd="0" presId="urn:microsoft.com/office/officeart/2005/8/layout/vList2"/>
    <dgm:cxn modelId="{EA73C970-4641-4C1A-A335-0FA7DE44B58A}" type="presOf" srcId="{625E0FB1-5C66-4816-841B-72A6A132421A}" destId="{72B65E45-9FEA-4E67-8692-0DA9BF99F655}" srcOrd="0" destOrd="0" presId="urn:microsoft.com/office/officeart/2005/8/layout/vList2"/>
    <dgm:cxn modelId="{51AAB374-5A3A-45B4-9BBE-24EDA84DE899}" type="presOf" srcId="{EBF1073B-CAB7-4D6C-B392-55C6345B88F6}" destId="{EC083A7E-3901-4845-9C6D-328D871DC2AC}" srcOrd="0" destOrd="0" presId="urn:microsoft.com/office/officeart/2005/8/layout/vList2"/>
    <dgm:cxn modelId="{49FD9690-4774-4D53-BCFD-27FDAF58B085}" srcId="{A32C7C40-50E7-4BDC-9A6B-DD4357CB583C}" destId="{5A04CC34-EE2B-4E18-B82C-470ADA95E3D3}" srcOrd="1" destOrd="0" parTransId="{0FAD20B0-23B1-4E87-93AE-3B5AF489D44D}" sibTransId="{8C67258B-3C7D-47FB-ABA4-465F974CA9AD}"/>
    <dgm:cxn modelId="{CCD529AF-CA81-40F7-B830-2C9346AFD884}" srcId="{A32C7C40-50E7-4BDC-9A6B-DD4357CB583C}" destId="{625E0FB1-5C66-4816-841B-72A6A132421A}" srcOrd="0" destOrd="0" parTransId="{CA3D5B20-026E-412F-927E-8081B50F48AC}" sibTransId="{EC0F9DF0-4627-4A2F-97C1-73AB1EF57A69}"/>
    <dgm:cxn modelId="{E8B74CB0-B320-4ADA-BC76-ACD58D0681B8}" srcId="{625E0FB1-5C66-4816-841B-72A6A132421A}" destId="{6AF8E625-1293-4569-84F1-7E758D0C35D5}" srcOrd="0" destOrd="0" parTransId="{DA5201BC-69BA-482C-BEF3-4619E6736308}" sibTransId="{B87F6AAE-2664-4E9A-BD97-9555E4B21012}"/>
    <dgm:cxn modelId="{AD31FBFC-CE4E-4BB3-8D4C-5EA863DE792E}" type="presOf" srcId="{5A04CC34-EE2B-4E18-B82C-470ADA95E3D3}" destId="{B73CD586-9A4C-485E-8E74-2EABF3F758CB}" srcOrd="0" destOrd="0" presId="urn:microsoft.com/office/officeart/2005/8/layout/vList2"/>
    <dgm:cxn modelId="{F0C2E338-847C-4DEA-9D42-83993C642AC6}" type="presParOf" srcId="{558FBC64-F17E-4D3F-88B1-8E5B5E79402E}" destId="{72B65E45-9FEA-4E67-8692-0DA9BF99F655}" srcOrd="0" destOrd="0" presId="urn:microsoft.com/office/officeart/2005/8/layout/vList2"/>
    <dgm:cxn modelId="{E3DE70DC-3D26-42CC-85BE-B75A468F189A}" type="presParOf" srcId="{558FBC64-F17E-4D3F-88B1-8E5B5E79402E}" destId="{642B46FF-1C57-46C3-A59D-2C538B3F0FD5}" srcOrd="1" destOrd="0" presId="urn:microsoft.com/office/officeart/2005/8/layout/vList2"/>
    <dgm:cxn modelId="{27CAD89A-0E3B-435F-B93B-930334280ECE}" type="presParOf" srcId="{558FBC64-F17E-4D3F-88B1-8E5B5E79402E}" destId="{B73CD586-9A4C-485E-8E74-2EABF3F758CB}" srcOrd="2" destOrd="0" presId="urn:microsoft.com/office/officeart/2005/8/layout/vList2"/>
    <dgm:cxn modelId="{0B01EB2B-6C51-4452-A212-2B66AA217DBB}" type="presParOf" srcId="{558FBC64-F17E-4D3F-88B1-8E5B5E79402E}" destId="{EC083A7E-3901-4845-9C6D-328D871DC2A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879B637-1975-466B-8770-19D2B5BD7AFA}" type="doc">
      <dgm:prSet loTypeId="urn:microsoft.com/office/officeart/2005/8/layout/equation2" loCatId="relationship" qsTypeId="urn:microsoft.com/office/officeart/2005/8/quickstyle/3d3" qsCatId="3D" csTypeId="urn:microsoft.com/office/officeart/2005/8/colors/colorful2" csCatId="colorful" phldr="1"/>
      <dgm:spPr/>
    </dgm:pt>
    <dgm:pt modelId="{AB50FD46-3401-4C6E-84DA-20B7AF3AAEB3}">
      <dgm:prSet phldr="0"/>
      <dgm:spPr/>
      <dgm:t>
        <a:bodyPr/>
        <a:lstStyle/>
        <a:p>
          <a:pPr rtl="0"/>
          <a:r>
            <a:rPr lang="en-US" b="1"/>
            <a:t>Off-Route</a:t>
          </a:r>
          <a:r>
            <a:rPr lang="en-US"/>
            <a:t>: &gt;1 km deviation → SMS/email alert to logistics team.</a:t>
          </a:r>
          <a:endParaRPr lang="en-US" dirty="0">
            <a:latin typeface="Posterama"/>
          </a:endParaRPr>
        </a:p>
      </dgm:t>
    </dgm:pt>
    <dgm:pt modelId="{18BE5B93-2F6C-409F-9AE3-EECEB5C1E9F4}" type="parTrans" cxnId="{A19BBFCF-EAEB-445A-AE0E-A8F45C36AD67}">
      <dgm:prSet/>
      <dgm:spPr/>
    </dgm:pt>
    <dgm:pt modelId="{45DC4B78-8E14-4520-888B-F77477EA4C62}" type="sibTrans" cxnId="{A19BBFCF-EAEB-445A-AE0E-A8F45C36AD67}">
      <dgm:prSet/>
      <dgm:spPr/>
      <dgm:t>
        <a:bodyPr/>
        <a:lstStyle/>
        <a:p>
          <a:endParaRPr lang="en-US"/>
        </a:p>
      </dgm:t>
    </dgm:pt>
    <dgm:pt modelId="{AD9786E9-601F-4DD8-B1CC-051587D055D0}">
      <dgm:prSet phldr="0"/>
      <dgm:spPr/>
      <dgm:t>
        <a:bodyPr/>
        <a:lstStyle/>
        <a:p>
          <a:pPr rtl="0"/>
          <a:r>
            <a:rPr lang="en-US" b="1" dirty="0"/>
            <a:t>Stationary</a:t>
          </a:r>
          <a:r>
            <a:rPr lang="en-US" dirty="0"/>
            <a:t>: &gt;48 hrs at a location → billing recovery alert.</a:t>
          </a:r>
          <a:endParaRPr lang="en-US" dirty="0">
            <a:latin typeface="Posterama"/>
          </a:endParaRPr>
        </a:p>
      </dgm:t>
    </dgm:pt>
    <dgm:pt modelId="{66BD74AF-4A4E-48C5-BA40-63D7F3CE915B}" type="parTrans" cxnId="{7C0E7178-0F4D-47D1-8120-B39DD7FF7B5A}">
      <dgm:prSet/>
      <dgm:spPr/>
    </dgm:pt>
    <dgm:pt modelId="{D4637D18-EAB7-42A9-8FE6-4AE6B1B0EDED}" type="sibTrans" cxnId="{7C0E7178-0F4D-47D1-8120-B39DD7FF7B5A}">
      <dgm:prSet/>
      <dgm:spPr/>
      <dgm:t>
        <a:bodyPr/>
        <a:lstStyle/>
        <a:p>
          <a:endParaRPr lang="en-US"/>
        </a:p>
      </dgm:t>
    </dgm:pt>
    <dgm:pt modelId="{32C1CECC-FF75-47A8-AFB5-D6786A08C7B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ALERT!!!</a:t>
          </a:r>
        </a:p>
      </dgm:t>
    </dgm:pt>
    <dgm:pt modelId="{323496C8-AC7B-48AB-B100-BB4E1F37807E}" type="parTrans" cxnId="{C415D8F9-7C1C-4655-894C-B9E927324DF7}">
      <dgm:prSet/>
      <dgm:spPr/>
    </dgm:pt>
    <dgm:pt modelId="{9BB25FE4-FB27-4EDB-A1A4-2AFB0F0CDEF1}" type="sibTrans" cxnId="{C415D8F9-7C1C-4655-894C-B9E927324DF7}">
      <dgm:prSet/>
      <dgm:spPr/>
    </dgm:pt>
    <dgm:pt modelId="{2C0B5E28-48C2-42D7-B2A6-CD9ACC23454D}" type="pres">
      <dgm:prSet presAssocID="{B879B637-1975-466B-8770-19D2B5BD7AFA}" presName="Name0" presStyleCnt="0">
        <dgm:presLayoutVars>
          <dgm:dir/>
          <dgm:resizeHandles val="exact"/>
        </dgm:presLayoutVars>
      </dgm:prSet>
      <dgm:spPr/>
    </dgm:pt>
    <dgm:pt modelId="{FD4FE7B9-E386-488E-AA90-E33C46A32994}" type="pres">
      <dgm:prSet presAssocID="{B879B637-1975-466B-8770-19D2B5BD7AFA}" presName="vNodes" presStyleCnt="0"/>
      <dgm:spPr/>
    </dgm:pt>
    <dgm:pt modelId="{22FE6449-D715-409B-BAF5-787552F74E53}" type="pres">
      <dgm:prSet presAssocID="{AB50FD46-3401-4C6E-84DA-20B7AF3AAEB3}" presName="node" presStyleLbl="node1" presStyleIdx="0" presStyleCnt="3">
        <dgm:presLayoutVars>
          <dgm:bulletEnabled val="1"/>
        </dgm:presLayoutVars>
      </dgm:prSet>
      <dgm:spPr/>
    </dgm:pt>
    <dgm:pt modelId="{763E23E7-EB2D-4431-B618-4BF3C537ADF9}" type="pres">
      <dgm:prSet presAssocID="{45DC4B78-8E14-4520-888B-F77477EA4C62}" presName="spacerT" presStyleCnt="0"/>
      <dgm:spPr/>
    </dgm:pt>
    <dgm:pt modelId="{EFEF8B85-92BF-4DBF-8533-C93CF2155313}" type="pres">
      <dgm:prSet presAssocID="{45DC4B78-8E14-4520-888B-F77477EA4C62}" presName="sibTrans" presStyleLbl="sibTrans2D1" presStyleIdx="0" presStyleCnt="2"/>
      <dgm:spPr/>
    </dgm:pt>
    <dgm:pt modelId="{845EACAC-553B-44C9-B621-213AC99D4B10}" type="pres">
      <dgm:prSet presAssocID="{45DC4B78-8E14-4520-888B-F77477EA4C62}" presName="spacerB" presStyleCnt="0"/>
      <dgm:spPr/>
    </dgm:pt>
    <dgm:pt modelId="{78BF7B14-EF02-42DC-911A-14E978CA733A}" type="pres">
      <dgm:prSet presAssocID="{AD9786E9-601F-4DD8-B1CC-051587D055D0}" presName="node" presStyleLbl="node1" presStyleIdx="1" presStyleCnt="3">
        <dgm:presLayoutVars>
          <dgm:bulletEnabled val="1"/>
        </dgm:presLayoutVars>
      </dgm:prSet>
      <dgm:spPr/>
    </dgm:pt>
    <dgm:pt modelId="{FCB707AA-4B6B-4758-B43A-75727F378EE1}" type="pres">
      <dgm:prSet presAssocID="{B879B637-1975-466B-8770-19D2B5BD7AFA}" presName="sibTransLast" presStyleLbl="sibTrans2D1" presStyleIdx="1" presStyleCnt="2"/>
      <dgm:spPr/>
    </dgm:pt>
    <dgm:pt modelId="{6B0BF8CD-1835-4524-8BBB-AA7D94267103}" type="pres">
      <dgm:prSet presAssocID="{B879B637-1975-466B-8770-19D2B5BD7AFA}" presName="connectorText" presStyleLbl="sibTrans2D1" presStyleIdx="1" presStyleCnt="2"/>
      <dgm:spPr/>
    </dgm:pt>
    <dgm:pt modelId="{07E2E775-4EC2-4634-9941-F831361C9394}" type="pres">
      <dgm:prSet presAssocID="{B879B637-1975-466B-8770-19D2B5BD7AFA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24F781B-6B20-4838-9F4D-8256F0684D49}" type="presOf" srcId="{AD9786E9-601F-4DD8-B1CC-051587D055D0}" destId="{78BF7B14-EF02-42DC-911A-14E978CA733A}" srcOrd="0" destOrd="0" presId="urn:microsoft.com/office/officeart/2005/8/layout/equation2"/>
    <dgm:cxn modelId="{461EB02A-432B-47C3-9A70-8DBE0F06BCF6}" type="presOf" srcId="{45DC4B78-8E14-4520-888B-F77477EA4C62}" destId="{EFEF8B85-92BF-4DBF-8533-C93CF2155313}" srcOrd="0" destOrd="0" presId="urn:microsoft.com/office/officeart/2005/8/layout/equation2"/>
    <dgm:cxn modelId="{A9416F2E-EE84-4762-9492-5EDF3F9517E4}" type="presOf" srcId="{32C1CECC-FF75-47A8-AFB5-D6786A08C7B0}" destId="{07E2E775-4EC2-4634-9941-F831361C9394}" srcOrd="0" destOrd="0" presId="urn:microsoft.com/office/officeart/2005/8/layout/equation2"/>
    <dgm:cxn modelId="{415DB16A-E30D-4B3B-95D1-6F33F41FDEC9}" type="presOf" srcId="{B879B637-1975-466B-8770-19D2B5BD7AFA}" destId="{2C0B5E28-48C2-42D7-B2A6-CD9ACC23454D}" srcOrd="0" destOrd="0" presId="urn:microsoft.com/office/officeart/2005/8/layout/equation2"/>
    <dgm:cxn modelId="{7C0E7178-0F4D-47D1-8120-B39DD7FF7B5A}" srcId="{B879B637-1975-466B-8770-19D2B5BD7AFA}" destId="{AD9786E9-601F-4DD8-B1CC-051587D055D0}" srcOrd="1" destOrd="0" parTransId="{66BD74AF-4A4E-48C5-BA40-63D7F3CE915B}" sibTransId="{D4637D18-EAB7-42A9-8FE6-4AE6B1B0EDED}"/>
    <dgm:cxn modelId="{3D7051C2-C7FE-44E3-B723-FAF9894C6EAA}" type="presOf" srcId="{D4637D18-EAB7-42A9-8FE6-4AE6B1B0EDED}" destId="{FCB707AA-4B6B-4758-B43A-75727F378EE1}" srcOrd="0" destOrd="0" presId="urn:microsoft.com/office/officeart/2005/8/layout/equation2"/>
    <dgm:cxn modelId="{A19BBFCF-EAEB-445A-AE0E-A8F45C36AD67}" srcId="{B879B637-1975-466B-8770-19D2B5BD7AFA}" destId="{AB50FD46-3401-4C6E-84DA-20B7AF3AAEB3}" srcOrd="0" destOrd="0" parTransId="{18BE5B93-2F6C-409F-9AE3-EECEB5C1E9F4}" sibTransId="{45DC4B78-8E14-4520-888B-F77477EA4C62}"/>
    <dgm:cxn modelId="{A9009CDC-9EFA-4AD2-853D-28209F669AC7}" type="presOf" srcId="{AB50FD46-3401-4C6E-84DA-20B7AF3AAEB3}" destId="{22FE6449-D715-409B-BAF5-787552F74E53}" srcOrd="0" destOrd="0" presId="urn:microsoft.com/office/officeart/2005/8/layout/equation2"/>
    <dgm:cxn modelId="{F258F7E9-FAFE-42B3-9D2C-658223891E90}" type="presOf" srcId="{D4637D18-EAB7-42A9-8FE6-4AE6B1B0EDED}" destId="{6B0BF8CD-1835-4524-8BBB-AA7D94267103}" srcOrd="1" destOrd="0" presId="urn:microsoft.com/office/officeart/2005/8/layout/equation2"/>
    <dgm:cxn modelId="{C415D8F9-7C1C-4655-894C-B9E927324DF7}" srcId="{B879B637-1975-466B-8770-19D2B5BD7AFA}" destId="{32C1CECC-FF75-47A8-AFB5-D6786A08C7B0}" srcOrd="2" destOrd="0" parTransId="{323496C8-AC7B-48AB-B100-BB4E1F37807E}" sibTransId="{9BB25FE4-FB27-4EDB-A1A4-2AFB0F0CDEF1}"/>
    <dgm:cxn modelId="{C9F28AD0-60F9-48AC-8709-263BF857746D}" type="presParOf" srcId="{2C0B5E28-48C2-42D7-B2A6-CD9ACC23454D}" destId="{FD4FE7B9-E386-488E-AA90-E33C46A32994}" srcOrd="0" destOrd="0" presId="urn:microsoft.com/office/officeart/2005/8/layout/equation2"/>
    <dgm:cxn modelId="{8BA57B00-CBAC-4C0D-914C-071FD4ED8AB4}" type="presParOf" srcId="{FD4FE7B9-E386-488E-AA90-E33C46A32994}" destId="{22FE6449-D715-409B-BAF5-787552F74E53}" srcOrd="0" destOrd="0" presId="urn:microsoft.com/office/officeart/2005/8/layout/equation2"/>
    <dgm:cxn modelId="{3A7F5F05-C6CC-40E2-95B9-F2758890015F}" type="presParOf" srcId="{FD4FE7B9-E386-488E-AA90-E33C46A32994}" destId="{763E23E7-EB2D-4431-B618-4BF3C537ADF9}" srcOrd="1" destOrd="0" presId="urn:microsoft.com/office/officeart/2005/8/layout/equation2"/>
    <dgm:cxn modelId="{4B4AFF35-EA8A-42B7-9B7C-69096DD447F3}" type="presParOf" srcId="{FD4FE7B9-E386-488E-AA90-E33C46A32994}" destId="{EFEF8B85-92BF-4DBF-8533-C93CF2155313}" srcOrd="2" destOrd="0" presId="urn:microsoft.com/office/officeart/2005/8/layout/equation2"/>
    <dgm:cxn modelId="{14A09901-24F1-4ABF-B589-2BBE4A18F1FC}" type="presParOf" srcId="{FD4FE7B9-E386-488E-AA90-E33C46A32994}" destId="{845EACAC-553B-44C9-B621-213AC99D4B10}" srcOrd="3" destOrd="0" presId="urn:microsoft.com/office/officeart/2005/8/layout/equation2"/>
    <dgm:cxn modelId="{E6142E15-2775-423D-8204-548993E6C67D}" type="presParOf" srcId="{FD4FE7B9-E386-488E-AA90-E33C46A32994}" destId="{78BF7B14-EF02-42DC-911A-14E978CA733A}" srcOrd="4" destOrd="0" presId="urn:microsoft.com/office/officeart/2005/8/layout/equation2"/>
    <dgm:cxn modelId="{7FA91118-88F7-4BE8-B61F-94413F6CF303}" type="presParOf" srcId="{2C0B5E28-48C2-42D7-B2A6-CD9ACC23454D}" destId="{FCB707AA-4B6B-4758-B43A-75727F378EE1}" srcOrd="1" destOrd="0" presId="urn:microsoft.com/office/officeart/2005/8/layout/equation2"/>
    <dgm:cxn modelId="{4537DAE8-29D1-46BE-BC18-2FB9CB2C9CB7}" type="presParOf" srcId="{FCB707AA-4B6B-4758-B43A-75727F378EE1}" destId="{6B0BF8CD-1835-4524-8BBB-AA7D94267103}" srcOrd="0" destOrd="0" presId="urn:microsoft.com/office/officeart/2005/8/layout/equation2"/>
    <dgm:cxn modelId="{B96775FB-45F3-4EAC-94FD-A8776E290136}" type="presParOf" srcId="{2C0B5E28-48C2-42D7-B2A6-CD9ACC23454D}" destId="{07E2E775-4EC2-4634-9941-F831361C939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32C7C40-50E7-4BDC-9A6B-DD4357CB583C}" type="doc">
      <dgm:prSet loTypeId="urn:microsoft.com/office/officeart/2005/8/layout/vList2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25E0FB1-5C66-4816-841B-72A6A132421A}">
      <dgm:prSet phldrT="[Text]" phldr="0"/>
      <dgm:spPr/>
      <dgm:t>
        <a:bodyPr/>
        <a:lstStyle/>
        <a:p>
          <a:r>
            <a:rPr lang="en-US" b="1" dirty="0"/>
            <a:t>On-Route</a:t>
          </a:r>
          <a:endParaRPr lang="en-US" dirty="0"/>
        </a:p>
      </dgm:t>
    </dgm:pt>
    <dgm:pt modelId="{CA3D5B20-026E-412F-927E-8081B50F48AC}" type="parTrans" cxnId="{CCD529AF-CA81-40F7-B830-2C9346AFD884}">
      <dgm:prSet/>
      <dgm:spPr/>
      <dgm:t>
        <a:bodyPr/>
        <a:lstStyle/>
        <a:p>
          <a:endParaRPr lang="en-US"/>
        </a:p>
      </dgm:t>
    </dgm:pt>
    <dgm:pt modelId="{EC0F9DF0-4627-4A2F-97C1-73AB1EF57A69}" type="sibTrans" cxnId="{CCD529AF-CA81-40F7-B830-2C9346AFD884}">
      <dgm:prSet/>
      <dgm:spPr/>
      <dgm:t>
        <a:bodyPr/>
        <a:lstStyle/>
        <a:p>
          <a:endParaRPr lang="en-US"/>
        </a:p>
      </dgm:t>
    </dgm:pt>
    <dgm:pt modelId="{5A04CC34-EE2B-4E18-B82C-470ADA95E3D3}">
      <dgm:prSet phldrT="[Text]" phldr="0"/>
      <dgm:spPr/>
      <dgm:t>
        <a:bodyPr/>
        <a:lstStyle/>
        <a:p>
          <a:r>
            <a:rPr lang="en-US" b="1" dirty="0"/>
            <a:t>Deviations</a:t>
          </a:r>
          <a:endParaRPr lang="en-US" dirty="0"/>
        </a:p>
      </dgm:t>
    </dgm:pt>
    <dgm:pt modelId="{0FAD20B0-23B1-4E87-93AE-3B5AF489D44D}" type="parTrans" cxnId="{49FD9690-4774-4D53-BCFD-27FDAF58B085}">
      <dgm:prSet/>
      <dgm:spPr/>
      <dgm:t>
        <a:bodyPr/>
        <a:lstStyle/>
        <a:p>
          <a:endParaRPr lang="en-US"/>
        </a:p>
      </dgm:t>
    </dgm:pt>
    <dgm:pt modelId="{8C67258B-3C7D-47FB-ABA4-465F974CA9AD}" type="sibTrans" cxnId="{49FD9690-4774-4D53-BCFD-27FDAF58B085}">
      <dgm:prSet/>
      <dgm:spPr/>
      <dgm:t>
        <a:bodyPr/>
        <a:lstStyle/>
        <a:p>
          <a:endParaRPr lang="en-US"/>
        </a:p>
      </dgm:t>
    </dgm:pt>
    <dgm:pt modelId="{EBF1073B-CAB7-4D6C-B392-55C6345B88F6}">
      <dgm:prSet phldrT="[Text]" phldr="0"/>
      <dgm:spPr/>
      <dgm:t>
        <a:bodyPr/>
        <a:lstStyle/>
        <a:p>
          <a:pPr algn="l" rtl="0"/>
          <a:r>
            <a:rPr lang="en-US" dirty="0"/>
            <a:t>15% (10% recovered, 5% lost).</a:t>
          </a:r>
        </a:p>
      </dgm:t>
    </dgm:pt>
    <dgm:pt modelId="{678F0515-2C74-49B1-BD6E-14651993EAAD}" type="parTrans" cxnId="{87AF600B-3FAE-47EA-A63D-F8415044B303}">
      <dgm:prSet/>
      <dgm:spPr/>
      <dgm:t>
        <a:bodyPr/>
        <a:lstStyle/>
        <a:p>
          <a:endParaRPr lang="en-US"/>
        </a:p>
      </dgm:t>
    </dgm:pt>
    <dgm:pt modelId="{9943FD1B-BB42-46CF-AE7B-CD6FFCD3930A}" type="sibTrans" cxnId="{87AF600B-3FAE-47EA-A63D-F8415044B303}">
      <dgm:prSet/>
      <dgm:spPr/>
      <dgm:t>
        <a:bodyPr/>
        <a:lstStyle/>
        <a:p>
          <a:endParaRPr lang="en-US"/>
        </a:p>
      </dgm:t>
    </dgm:pt>
    <dgm:pt modelId="{6AF8E625-1293-4569-84F1-7E758D0C35D5}">
      <dgm:prSet phldr="0"/>
      <dgm:spPr/>
      <dgm:t>
        <a:bodyPr/>
        <a:lstStyle/>
        <a:p>
          <a:pPr algn="l" rtl="0"/>
          <a:r>
            <a:rPr lang="en-US" dirty="0">
              <a:latin typeface="Posterama"/>
            </a:rPr>
            <a:t>85% of pallets stayed within 1km of assigned routes</a:t>
          </a:r>
          <a:endParaRPr lang="en-US" dirty="0"/>
        </a:p>
      </dgm:t>
    </dgm:pt>
    <dgm:pt modelId="{DA5201BC-69BA-482C-BEF3-4619E6736308}" type="parTrans" cxnId="{E8B74CB0-B320-4ADA-BC76-ACD58D0681B8}">
      <dgm:prSet/>
      <dgm:spPr/>
    </dgm:pt>
    <dgm:pt modelId="{B87F6AAE-2664-4E9A-BD97-9555E4B21012}" type="sibTrans" cxnId="{E8B74CB0-B320-4ADA-BC76-ACD58D0681B8}">
      <dgm:prSet/>
      <dgm:spPr/>
    </dgm:pt>
    <dgm:pt modelId="{558FBC64-F17E-4D3F-88B1-8E5B5E79402E}" type="pres">
      <dgm:prSet presAssocID="{A32C7C40-50E7-4BDC-9A6B-DD4357CB583C}" presName="linear" presStyleCnt="0">
        <dgm:presLayoutVars>
          <dgm:animLvl val="lvl"/>
          <dgm:resizeHandles val="exact"/>
        </dgm:presLayoutVars>
      </dgm:prSet>
      <dgm:spPr/>
    </dgm:pt>
    <dgm:pt modelId="{72B65E45-9FEA-4E67-8692-0DA9BF99F655}" type="pres">
      <dgm:prSet presAssocID="{625E0FB1-5C66-4816-841B-72A6A13242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2B46FF-1C57-46C3-A59D-2C538B3F0FD5}" type="pres">
      <dgm:prSet presAssocID="{625E0FB1-5C66-4816-841B-72A6A132421A}" presName="childText" presStyleLbl="revTx" presStyleIdx="0" presStyleCnt="2">
        <dgm:presLayoutVars>
          <dgm:bulletEnabled val="1"/>
        </dgm:presLayoutVars>
      </dgm:prSet>
      <dgm:spPr/>
    </dgm:pt>
    <dgm:pt modelId="{B73CD586-9A4C-485E-8E74-2EABF3F758CB}" type="pres">
      <dgm:prSet presAssocID="{5A04CC34-EE2B-4E18-B82C-470ADA95E3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C083A7E-3901-4845-9C6D-328D871DC2AC}" type="pres">
      <dgm:prSet presAssocID="{5A04CC34-EE2B-4E18-B82C-470ADA95E3D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AF600B-3FAE-47EA-A63D-F8415044B303}" srcId="{5A04CC34-EE2B-4E18-B82C-470ADA95E3D3}" destId="{EBF1073B-CAB7-4D6C-B392-55C6345B88F6}" srcOrd="0" destOrd="0" parTransId="{678F0515-2C74-49B1-BD6E-14651993EAAD}" sibTransId="{9943FD1B-BB42-46CF-AE7B-CD6FFCD3930A}"/>
    <dgm:cxn modelId="{9E2F931E-DDD0-4CCA-8E46-E114430F1BED}" type="presOf" srcId="{6AF8E625-1293-4569-84F1-7E758D0C35D5}" destId="{642B46FF-1C57-46C3-A59D-2C538B3F0FD5}" srcOrd="0" destOrd="0" presId="urn:microsoft.com/office/officeart/2005/8/layout/vList2"/>
    <dgm:cxn modelId="{A2050933-9B57-40E6-9C6B-CCE7A4FF02C8}" type="presOf" srcId="{A32C7C40-50E7-4BDC-9A6B-DD4357CB583C}" destId="{558FBC64-F17E-4D3F-88B1-8E5B5E79402E}" srcOrd="0" destOrd="0" presId="urn:microsoft.com/office/officeart/2005/8/layout/vList2"/>
    <dgm:cxn modelId="{EA73C970-4641-4C1A-A335-0FA7DE44B58A}" type="presOf" srcId="{625E0FB1-5C66-4816-841B-72A6A132421A}" destId="{72B65E45-9FEA-4E67-8692-0DA9BF99F655}" srcOrd="0" destOrd="0" presId="urn:microsoft.com/office/officeart/2005/8/layout/vList2"/>
    <dgm:cxn modelId="{51AAB374-5A3A-45B4-9BBE-24EDA84DE899}" type="presOf" srcId="{EBF1073B-CAB7-4D6C-B392-55C6345B88F6}" destId="{EC083A7E-3901-4845-9C6D-328D871DC2AC}" srcOrd="0" destOrd="0" presId="urn:microsoft.com/office/officeart/2005/8/layout/vList2"/>
    <dgm:cxn modelId="{49FD9690-4774-4D53-BCFD-27FDAF58B085}" srcId="{A32C7C40-50E7-4BDC-9A6B-DD4357CB583C}" destId="{5A04CC34-EE2B-4E18-B82C-470ADA95E3D3}" srcOrd="1" destOrd="0" parTransId="{0FAD20B0-23B1-4E87-93AE-3B5AF489D44D}" sibTransId="{8C67258B-3C7D-47FB-ABA4-465F974CA9AD}"/>
    <dgm:cxn modelId="{CCD529AF-CA81-40F7-B830-2C9346AFD884}" srcId="{A32C7C40-50E7-4BDC-9A6B-DD4357CB583C}" destId="{625E0FB1-5C66-4816-841B-72A6A132421A}" srcOrd="0" destOrd="0" parTransId="{CA3D5B20-026E-412F-927E-8081B50F48AC}" sibTransId="{EC0F9DF0-4627-4A2F-97C1-73AB1EF57A69}"/>
    <dgm:cxn modelId="{E8B74CB0-B320-4ADA-BC76-ACD58D0681B8}" srcId="{625E0FB1-5C66-4816-841B-72A6A132421A}" destId="{6AF8E625-1293-4569-84F1-7E758D0C35D5}" srcOrd="0" destOrd="0" parTransId="{DA5201BC-69BA-482C-BEF3-4619E6736308}" sibTransId="{B87F6AAE-2664-4E9A-BD97-9555E4B21012}"/>
    <dgm:cxn modelId="{AD31FBFC-CE4E-4BB3-8D4C-5EA863DE792E}" type="presOf" srcId="{5A04CC34-EE2B-4E18-B82C-470ADA95E3D3}" destId="{B73CD586-9A4C-485E-8E74-2EABF3F758CB}" srcOrd="0" destOrd="0" presId="urn:microsoft.com/office/officeart/2005/8/layout/vList2"/>
    <dgm:cxn modelId="{F0C2E338-847C-4DEA-9D42-83993C642AC6}" type="presParOf" srcId="{558FBC64-F17E-4D3F-88B1-8E5B5E79402E}" destId="{72B65E45-9FEA-4E67-8692-0DA9BF99F655}" srcOrd="0" destOrd="0" presId="urn:microsoft.com/office/officeart/2005/8/layout/vList2"/>
    <dgm:cxn modelId="{E3DE70DC-3D26-42CC-85BE-B75A468F189A}" type="presParOf" srcId="{558FBC64-F17E-4D3F-88B1-8E5B5E79402E}" destId="{642B46FF-1C57-46C3-A59D-2C538B3F0FD5}" srcOrd="1" destOrd="0" presId="urn:microsoft.com/office/officeart/2005/8/layout/vList2"/>
    <dgm:cxn modelId="{27CAD89A-0E3B-435F-B93B-930334280ECE}" type="presParOf" srcId="{558FBC64-F17E-4D3F-88B1-8E5B5E79402E}" destId="{B73CD586-9A4C-485E-8E74-2EABF3F758CB}" srcOrd="2" destOrd="0" presId="urn:microsoft.com/office/officeart/2005/8/layout/vList2"/>
    <dgm:cxn modelId="{0B01EB2B-6C51-4452-A212-2B66AA217DBB}" type="presParOf" srcId="{558FBC64-F17E-4D3F-88B1-8E5B5E79402E}" destId="{EC083A7E-3901-4845-9C6D-328D871DC2A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0A36826-1AEB-47B6-91BF-A1D5CB2F1E54}" type="doc">
      <dgm:prSet loTypeId="urn:microsoft.com/office/officeart/2005/8/layout/hProcess7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376430-B44C-4325-A987-8FB04EBE8C3D}">
      <dgm:prSet phldrT="[Text]" phldr="0"/>
      <dgm:spPr/>
      <dgm:t>
        <a:bodyPr/>
        <a:lstStyle/>
        <a:p>
          <a:r>
            <a:rPr lang="en-US" b="1" dirty="0"/>
            <a:t>Metrics</a:t>
          </a:r>
          <a:r>
            <a:rPr lang="en-US" dirty="0"/>
            <a:t>:</a:t>
          </a:r>
        </a:p>
      </dgm:t>
    </dgm:pt>
    <dgm:pt modelId="{1E1A17ED-4459-4384-BC42-144857E2B1D1}" type="parTrans" cxnId="{D8F4FA63-BB29-4870-AE4D-217FE445FB79}">
      <dgm:prSet/>
      <dgm:spPr/>
      <dgm:t>
        <a:bodyPr/>
        <a:lstStyle/>
        <a:p>
          <a:endParaRPr lang="en-US"/>
        </a:p>
      </dgm:t>
    </dgm:pt>
    <dgm:pt modelId="{505DF7AA-B974-496C-8207-1EFE41698FA3}" type="sibTrans" cxnId="{D8F4FA63-BB29-4870-AE4D-217FE445FB79}">
      <dgm:prSet/>
      <dgm:spPr/>
      <dgm:t>
        <a:bodyPr/>
        <a:lstStyle/>
        <a:p>
          <a:endParaRPr lang="en-US"/>
        </a:p>
      </dgm:t>
    </dgm:pt>
    <dgm:pt modelId="{C6105F4D-4E9C-4870-9B94-3CDEC5BD27FA}">
      <dgm:prSet phldrT="[Text]" phldr="0"/>
      <dgm:spPr/>
      <dgm:t>
        <a:bodyPr/>
        <a:lstStyle/>
        <a:p>
          <a:pPr rtl="0"/>
          <a:r>
            <a:rPr lang="en-US" b="1" dirty="0">
              <a:latin typeface="Posterama"/>
            </a:rPr>
            <a:t>True Positives </a:t>
          </a:r>
          <a:r>
            <a:rPr lang="en-US" dirty="0">
              <a:latin typeface="Posterama"/>
            </a:rPr>
            <a:t>: 88% ( Correctly flagged deviations)</a:t>
          </a:r>
          <a:endParaRPr lang="en-US" dirty="0"/>
        </a:p>
      </dgm:t>
    </dgm:pt>
    <dgm:pt modelId="{D576F291-80D2-4C1E-A639-485FB2AC1B05}" type="parTrans" cxnId="{932F8085-6594-4B4B-91CE-BF053CCA659F}">
      <dgm:prSet/>
      <dgm:spPr/>
      <dgm:t>
        <a:bodyPr/>
        <a:lstStyle/>
        <a:p>
          <a:endParaRPr lang="en-US"/>
        </a:p>
      </dgm:t>
    </dgm:pt>
    <dgm:pt modelId="{93769128-7103-4F5C-8A54-858DA4AECF12}" type="sibTrans" cxnId="{932F8085-6594-4B4B-91CE-BF053CCA659F}">
      <dgm:prSet/>
      <dgm:spPr/>
      <dgm:t>
        <a:bodyPr/>
        <a:lstStyle/>
        <a:p>
          <a:endParaRPr lang="en-US"/>
        </a:p>
      </dgm:t>
    </dgm:pt>
    <dgm:pt modelId="{9F4E86D3-2EED-4ABE-9CA7-36E136ACC343}">
      <dgm:prSet phldrT="[Text]" phldr="0"/>
      <dgm:spPr/>
      <dgm:t>
        <a:bodyPr/>
        <a:lstStyle/>
        <a:p>
          <a:pPr rtl="0"/>
          <a:r>
            <a:rPr lang="en-US" b="1" dirty="0"/>
            <a:t>Case Study</a:t>
          </a:r>
          <a:endParaRPr lang="en-US" dirty="0"/>
        </a:p>
      </dgm:t>
    </dgm:pt>
    <dgm:pt modelId="{E5946251-486A-46FE-BB07-95F58816200A}" type="parTrans" cxnId="{0DAC8250-99B2-4237-AE1E-262F0E86AE50}">
      <dgm:prSet/>
      <dgm:spPr/>
      <dgm:t>
        <a:bodyPr/>
        <a:lstStyle/>
        <a:p>
          <a:endParaRPr lang="en-US"/>
        </a:p>
      </dgm:t>
    </dgm:pt>
    <dgm:pt modelId="{65B54C26-D1E7-45B6-BF89-81BCC51BF825}" type="sibTrans" cxnId="{0DAC8250-99B2-4237-AE1E-262F0E86AE50}">
      <dgm:prSet/>
      <dgm:spPr/>
      <dgm:t>
        <a:bodyPr/>
        <a:lstStyle/>
        <a:p>
          <a:endParaRPr lang="en-US"/>
        </a:p>
      </dgm:t>
    </dgm:pt>
    <dgm:pt modelId="{49A210CD-795C-4CAF-BD13-6EA534B3F3BB}">
      <dgm:prSet phldrT="[Text]" phldr="0"/>
      <dgm:spPr/>
      <dgm:t>
        <a:bodyPr/>
        <a:lstStyle/>
        <a:p>
          <a:pPr rtl="0"/>
          <a:r>
            <a:rPr lang="en-US" b="1" dirty="0"/>
            <a:t>$15,000 saved/month</a:t>
          </a:r>
          <a:r>
            <a:rPr lang="en-US" b="1" dirty="0">
              <a:latin typeface="Posterama"/>
            </a:rPr>
            <a:t> by recovering 10% deviated pallets</a:t>
          </a:r>
          <a:endParaRPr lang="en-US" dirty="0"/>
        </a:p>
      </dgm:t>
    </dgm:pt>
    <dgm:pt modelId="{AB8D4009-1696-44DD-818B-5FA926BF7BD8}" type="parTrans" cxnId="{345ABDEA-3340-4904-902D-5444E13C1347}">
      <dgm:prSet/>
      <dgm:spPr/>
      <dgm:t>
        <a:bodyPr/>
        <a:lstStyle/>
        <a:p>
          <a:endParaRPr lang="en-US"/>
        </a:p>
      </dgm:t>
    </dgm:pt>
    <dgm:pt modelId="{95D7CECF-ED99-4F9C-9568-B86F0DAF6F7C}" type="sibTrans" cxnId="{345ABDEA-3340-4904-902D-5444E13C1347}">
      <dgm:prSet/>
      <dgm:spPr/>
      <dgm:t>
        <a:bodyPr/>
        <a:lstStyle/>
        <a:p>
          <a:endParaRPr lang="en-US"/>
        </a:p>
      </dgm:t>
    </dgm:pt>
    <dgm:pt modelId="{A87C823D-F662-4347-B643-F741D56624FE}">
      <dgm:prSet phldr="0"/>
      <dgm:spPr/>
      <dgm:t>
        <a:bodyPr/>
        <a:lstStyle/>
        <a:p>
          <a:pPr rtl="0"/>
          <a:r>
            <a:rPr lang="en-US" b="0" dirty="0">
              <a:latin typeface="Posterama"/>
            </a:rPr>
            <a:t>False Positives : 12% (False Alerts)</a:t>
          </a:r>
        </a:p>
      </dgm:t>
    </dgm:pt>
    <dgm:pt modelId="{2DFCF88F-4A9A-447D-A5DB-AC9592360F3F}" type="parTrans" cxnId="{F8CA5873-9CE9-4E9C-93B3-E888B169F058}">
      <dgm:prSet/>
      <dgm:spPr/>
    </dgm:pt>
    <dgm:pt modelId="{8584CDF7-9C3B-4C2D-8AD2-28C488AE2329}" type="sibTrans" cxnId="{F8CA5873-9CE9-4E9C-93B3-E888B169F058}">
      <dgm:prSet/>
      <dgm:spPr/>
    </dgm:pt>
    <dgm:pt modelId="{0139501A-AC74-4784-B36A-62D0C58D2CAA}" type="pres">
      <dgm:prSet presAssocID="{D0A36826-1AEB-47B6-91BF-A1D5CB2F1E54}" presName="Name0" presStyleCnt="0">
        <dgm:presLayoutVars>
          <dgm:dir/>
          <dgm:animLvl val="lvl"/>
          <dgm:resizeHandles val="exact"/>
        </dgm:presLayoutVars>
      </dgm:prSet>
      <dgm:spPr/>
    </dgm:pt>
    <dgm:pt modelId="{D0A64C67-B953-41F3-8345-A9C57A1463D0}" type="pres">
      <dgm:prSet presAssocID="{7C376430-B44C-4325-A987-8FB04EBE8C3D}" presName="compositeNode" presStyleCnt="0">
        <dgm:presLayoutVars>
          <dgm:bulletEnabled val="1"/>
        </dgm:presLayoutVars>
      </dgm:prSet>
      <dgm:spPr/>
    </dgm:pt>
    <dgm:pt modelId="{64945096-974F-4796-8CD2-919DA3F9800E}" type="pres">
      <dgm:prSet presAssocID="{7C376430-B44C-4325-A987-8FB04EBE8C3D}" presName="bgRect" presStyleLbl="node1" presStyleIdx="0" presStyleCnt="2"/>
      <dgm:spPr/>
    </dgm:pt>
    <dgm:pt modelId="{B244B186-DACA-441C-9DA7-730BCD846AEE}" type="pres">
      <dgm:prSet presAssocID="{7C376430-B44C-4325-A987-8FB04EBE8C3D}" presName="parentNode" presStyleLbl="node1" presStyleIdx="0" presStyleCnt="2">
        <dgm:presLayoutVars>
          <dgm:chMax val="0"/>
          <dgm:bulletEnabled val="1"/>
        </dgm:presLayoutVars>
      </dgm:prSet>
      <dgm:spPr/>
    </dgm:pt>
    <dgm:pt modelId="{3B831DE6-95B8-4DE7-BE14-D4555B5BDF6F}" type="pres">
      <dgm:prSet presAssocID="{7C376430-B44C-4325-A987-8FB04EBE8C3D}" presName="childNode" presStyleLbl="node1" presStyleIdx="0" presStyleCnt="2">
        <dgm:presLayoutVars>
          <dgm:bulletEnabled val="1"/>
        </dgm:presLayoutVars>
      </dgm:prSet>
      <dgm:spPr/>
    </dgm:pt>
    <dgm:pt modelId="{E587DE8D-524F-487D-975D-67C31CAFC41B}" type="pres">
      <dgm:prSet presAssocID="{505DF7AA-B974-496C-8207-1EFE41698FA3}" presName="hSp" presStyleCnt="0"/>
      <dgm:spPr/>
    </dgm:pt>
    <dgm:pt modelId="{1D91ED7C-7928-4E33-921B-C3B4DE900277}" type="pres">
      <dgm:prSet presAssocID="{505DF7AA-B974-496C-8207-1EFE41698FA3}" presName="vProcSp" presStyleCnt="0"/>
      <dgm:spPr/>
    </dgm:pt>
    <dgm:pt modelId="{A696ABC3-21B9-413B-B9F6-D5ABC0809A1B}" type="pres">
      <dgm:prSet presAssocID="{505DF7AA-B974-496C-8207-1EFE41698FA3}" presName="vSp1" presStyleCnt="0"/>
      <dgm:spPr/>
    </dgm:pt>
    <dgm:pt modelId="{4226FDE6-CF2C-4448-A818-725F024D4EC5}" type="pres">
      <dgm:prSet presAssocID="{505DF7AA-B974-496C-8207-1EFE41698FA3}" presName="simulatedConn" presStyleLbl="solidFgAcc1" presStyleIdx="0" presStyleCnt="1"/>
      <dgm:spPr/>
    </dgm:pt>
    <dgm:pt modelId="{C50D625F-2C5A-4B3D-9EE4-FF6AC10E647F}" type="pres">
      <dgm:prSet presAssocID="{505DF7AA-B974-496C-8207-1EFE41698FA3}" presName="vSp2" presStyleCnt="0"/>
      <dgm:spPr/>
    </dgm:pt>
    <dgm:pt modelId="{F51F501D-4CAA-4A71-8BD6-BCC7004EFC03}" type="pres">
      <dgm:prSet presAssocID="{505DF7AA-B974-496C-8207-1EFE41698FA3}" presName="sibTrans" presStyleCnt="0"/>
      <dgm:spPr/>
    </dgm:pt>
    <dgm:pt modelId="{FE009358-3452-4E28-A6C5-2421D29D53B3}" type="pres">
      <dgm:prSet presAssocID="{9F4E86D3-2EED-4ABE-9CA7-36E136ACC343}" presName="compositeNode" presStyleCnt="0">
        <dgm:presLayoutVars>
          <dgm:bulletEnabled val="1"/>
        </dgm:presLayoutVars>
      </dgm:prSet>
      <dgm:spPr/>
    </dgm:pt>
    <dgm:pt modelId="{302A7634-3B96-4808-9571-8E67D7B7F87F}" type="pres">
      <dgm:prSet presAssocID="{9F4E86D3-2EED-4ABE-9CA7-36E136ACC343}" presName="bgRect" presStyleLbl="node1" presStyleIdx="1" presStyleCnt="2"/>
      <dgm:spPr/>
    </dgm:pt>
    <dgm:pt modelId="{ABD766C1-C578-4161-9584-97C08C77C11E}" type="pres">
      <dgm:prSet presAssocID="{9F4E86D3-2EED-4ABE-9CA7-36E136ACC343}" presName="parentNode" presStyleLbl="node1" presStyleIdx="1" presStyleCnt="2">
        <dgm:presLayoutVars>
          <dgm:chMax val="0"/>
          <dgm:bulletEnabled val="1"/>
        </dgm:presLayoutVars>
      </dgm:prSet>
      <dgm:spPr/>
    </dgm:pt>
    <dgm:pt modelId="{F753251C-D61F-4D65-8795-CCF71AFE2A4A}" type="pres">
      <dgm:prSet presAssocID="{9F4E86D3-2EED-4ABE-9CA7-36E136ACC343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1B82FB08-5C1E-470F-A8E9-F6B8DF42B7F1}" type="presOf" srcId="{D0A36826-1AEB-47B6-91BF-A1D5CB2F1E54}" destId="{0139501A-AC74-4784-B36A-62D0C58D2CAA}" srcOrd="0" destOrd="0" presId="urn:microsoft.com/office/officeart/2005/8/layout/hProcess7"/>
    <dgm:cxn modelId="{2EE59A10-16A1-487F-9CEE-7C2BBDCC7C9C}" type="presOf" srcId="{9F4E86D3-2EED-4ABE-9CA7-36E136ACC343}" destId="{302A7634-3B96-4808-9571-8E67D7B7F87F}" srcOrd="0" destOrd="0" presId="urn:microsoft.com/office/officeart/2005/8/layout/hProcess7"/>
    <dgm:cxn modelId="{3AC02E5D-8E29-48BB-A09E-09726E1E37E0}" type="presOf" srcId="{C6105F4D-4E9C-4870-9B94-3CDEC5BD27FA}" destId="{3B831DE6-95B8-4DE7-BE14-D4555B5BDF6F}" srcOrd="0" destOrd="0" presId="urn:microsoft.com/office/officeart/2005/8/layout/hProcess7"/>
    <dgm:cxn modelId="{D8F4FA63-BB29-4870-AE4D-217FE445FB79}" srcId="{D0A36826-1AEB-47B6-91BF-A1D5CB2F1E54}" destId="{7C376430-B44C-4325-A987-8FB04EBE8C3D}" srcOrd="0" destOrd="0" parTransId="{1E1A17ED-4459-4384-BC42-144857E2B1D1}" sibTransId="{505DF7AA-B974-496C-8207-1EFE41698FA3}"/>
    <dgm:cxn modelId="{2EF53046-70CB-4F4A-B3CD-8490D0AEF694}" type="presOf" srcId="{9F4E86D3-2EED-4ABE-9CA7-36E136ACC343}" destId="{ABD766C1-C578-4161-9584-97C08C77C11E}" srcOrd="1" destOrd="0" presId="urn:microsoft.com/office/officeart/2005/8/layout/hProcess7"/>
    <dgm:cxn modelId="{0DAC8250-99B2-4237-AE1E-262F0E86AE50}" srcId="{D0A36826-1AEB-47B6-91BF-A1D5CB2F1E54}" destId="{9F4E86D3-2EED-4ABE-9CA7-36E136ACC343}" srcOrd="1" destOrd="0" parTransId="{E5946251-486A-46FE-BB07-95F58816200A}" sibTransId="{65B54C26-D1E7-45B6-BF89-81BCC51BF825}"/>
    <dgm:cxn modelId="{F8CA5873-9CE9-4E9C-93B3-E888B169F058}" srcId="{7C376430-B44C-4325-A987-8FB04EBE8C3D}" destId="{A87C823D-F662-4347-B643-F741D56624FE}" srcOrd="1" destOrd="0" parTransId="{2DFCF88F-4A9A-447D-A5DB-AC9592360F3F}" sibTransId="{8584CDF7-9C3B-4C2D-8AD2-28C488AE2329}"/>
    <dgm:cxn modelId="{932F8085-6594-4B4B-91CE-BF053CCA659F}" srcId="{7C376430-B44C-4325-A987-8FB04EBE8C3D}" destId="{C6105F4D-4E9C-4870-9B94-3CDEC5BD27FA}" srcOrd="0" destOrd="0" parTransId="{D576F291-80D2-4C1E-A639-485FB2AC1B05}" sibTransId="{93769128-7103-4F5C-8A54-858DA4AECF12}"/>
    <dgm:cxn modelId="{B2DA9EBB-217C-4128-86C6-2D3BEE460C95}" type="presOf" srcId="{7C376430-B44C-4325-A987-8FB04EBE8C3D}" destId="{B244B186-DACA-441C-9DA7-730BCD846AEE}" srcOrd="1" destOrd="0" presId="urn:microsoft.com/office/officeart/2005/8/layout/hProcess7"/>
    <dgm:cxn modelId="{28E32DBD-C6A9-4C04-8D6C-FE06B28DAE57}" type="presOf" srcId="{A87C823D-F662-4347-B643-F741D56624FE}" destId="{3B831DE6-95B8-4DE7-BE14-D4555B5BDF6F}" srcOrd="0" destOrd="1" presId="urn:microsoft.com/office/officeart/2005/8/layout/hProcess7"/>
    <dgm:cxn modelId="{345ABDEA-3340-4904-902D-5444E13C1347}" srcId="{9F4E86D3-2EED-4ABE-9CA7-36E136ACC343}" destId="{49A210CD-795C-4CAF-BD13-6EA534B3F3BB}" srcOrd="0" destOrd="0" parTransId="{AB8D4009-1696-44DD-818B-5FA926BF7BD8}" sibTransId="{95D7CECF-ED99-4F9C-9568-B86F0DAF6F7C}"/>
    <dgm:cxn modelId="{3D66A3EB-3BC8-4A1E-A557-BF79085987DC}" type="presOf" srcId="{7C376430-B44C-4325-A987-8FB04EBE8C3D}" destId="{64945096-974F-4796-8CD2-919DA3F9800E}" srcOrd="0" destOrd="0" presId="urn:microsoft.com/office/officeart/2005/8/layout/hProcess7"/>
    <dgm:cxn modelId="{2A8DACFC-79E4-4605-AC4E-D33FD6F76640}" type="presOf" srcId="{49A210CD-795C-4CAF-BD13-6EA534B3F3BB}" destId="{F753251C-D61F-4D65-8795-CCF71AFE2A4A}" srcOrd="0" destOrd="0" presId="urn:microsoft.com/office/officeart/2005/8/layout/hProcess7"/>
    <dgm:cxn modelId="{D5A81FA4-A9A5-4AC3-AB97-D2CD13B86651}" type="presParOf" srcId="{0139501A-AC74-4784-B36A-62D0C58D2CAA}" destId="{D0A64C67-B953-41F3-8345-A9C57A1463D0}" srcOrd="0" destOrd="0" presId="urn:microsoft.com/office/officeart/2005/8/layout/hProcess7"/>
    <dgm:cxn modelId="{0E46CC36-17EB-4FD8-9677-D2FB715D2398}" type="presParOf" srcId="{D0A64C67-B953-41F3-8345-A9C57A1463D0}" destId="{64945096-974F-4796-8CD2-919DA3F9800E}" srcOrd="0" destOrd="0" presId="urn:microsoft.com/office/officeart/2005/8/layout/hProcess7"/>
    <dgm:cxn modelId="{9B7A0377-AA61-401F-91F8-DF831D3A1683}" type="presParOf" srcId="{D0A64C67-B953-41F3-8345-A9C57A1463D0}" destId="{B244B186-DACA-441C-9DA7-730BCD846AEE}" srcOrd="1" destOrd="0" presId="urn:microsoft.com/office/officeart/2005/8/layout/hProcess7"/>
    <dgm:cxn modelId="{5BA3D62C-54B9-4367-82E2-DFA767D7B6CF}" type="presParOf" srcId="{D0A64C67-B953-41F3-8345-A9C57A1463D0}" destId="{3B831DE6-95B8-4DE7-BE14-D4555B5BDF6F}" srcOrd="2" destOrd="0" presId="urn:microsoft.com/office/officeart/2005/8/layout/hProcess7"/>
    <dgm:cxn modelId="{1A7E969D-C753-4379-96F0-6B53D928E7E8}" type="presParOf" srcId="{0139501A-AC74-4784-B36A-62D0C58D2CAA}" destId="{E587DE8D-524F-487D-975D-67C31CAFC41B}" srcOrd="1" destOrd="0" presId="urn:microsoft.com/office/officeart/2005/8/layout/hProcess7"/>
    <dgm:cxn modelId="{FCAC26AA-54E5-4D12-B063-01C161A8BB13}" type="presParOf" srcId="{0139501A-AC74-4784-B36A-62D0C58D2CAA}" destId="{1D91ED7C-7928-4E33-921B-C3B4DE900277}" srcOrd="2" destOrd="0" presId="urn:microsoft.com/office/officeart/2005/8/layout/hProcess7"/>
    <dgm:cxn modelId="{BC0BDEB4-9D4A-484A-9776-2715D7A62495}" type="presParOf" srcId="{1D91ED7C-7928-4E33-921B-C3B4DE900277}" destId="{A696ABC3-21B9-413B-B9F6-D5ABC0809A1B}" srcOrd="0" destOrd="0" presId="urn:microsoft.com/office/officeart/2005/8/layout/hProcess7"/>
    <dgm:cxn modelId="{1236C469-546F-4D9A-889B-D1470D0577F1}" type="presParOf" srcId="{1D91ED7C-7928-4E33-921B-C3B4DE900277}" destId="{4226FDE6-CF2C-4448-A818-725F024D4EC5}" srcOrd="1" destOrd="0" presId="urn:microsoft.com/office/officeart/2005/8/layout/hProcess7"/>
    <dgm:cxn modelId="{8D83C8BC-48E4-4B50-A744-B6F96AE85C08}" type="presParOf" srcId="{1D91ED7C-7928-4E33-921B-C3B4DE900277}" destId="{C50D625F-2C5A-4B3D-9EE4-FF6AC10E647F}" srcOrd="2" destOrd="0" presId="urn:microsoft.com/office/officeart/2005/8/layout/hProcess7"/>
    <dgm:cxn modelId="{718BA119-DBAC-44A7-ABFB-655D866CEA47}" type="presParOf" srcId="{0139501A-AC74-4784-B36A-62D0C58D2CAA}" destId="{F51F501D-4CAA-4A71-8BD6-BCC7004EFC03}" srcOrd="3" destOrd="0" presId="urn:microsoft.com/office/officeart/2005/8/layout/hProcess7"/>
    <dgm:cxn modelId="{1E024364-9E70-49CD-B8E6-000A5C34DF04}" type="presParOf" srcId="{0139501A-AC74-4784-B36A-62D0C58D2CAA}" destId="{FE009358-3452-4E28-A6C5-2421D29D53B3}" srcOrd="4" destOrd="0" presId="urn:microsoft.com/office/officeart/2005/8/layout/hProcess7"/>
    <dgm:cxn modelId="{9F4AB063-2AA7-4DFD-AAC3-33C1AADFDAFB}" type="presParOf" srcId="{FE009358-3452-4E28-A6C5-2421D29D53B3}" destId="{302A7634-3B96-4808-9571-8E67D7B7F87F}" srcOrd="0" destOrd="0" presId="urn:microsoft.com/office/officeart/2005/8/layout/hProcess7"/>
    <dgm:cxn modelId="{0954D6C6-687A-466C-A5BA-267AFF133B1A}" type="presParOf" srcId="{FE009358-3452-4E28-A6C5-2421D29D53B3}" destId="{ABD766C1-C578-4161-9584-97C08C77C11E}" srcOrd="1" destOrd="0" presId="urn:microsoft.com/office/officeart/2005/8/layout/hProcess7"/>
    <dgm:cxn modelId="{3A941E11-9153-47C9-9492-525C0D0FE4F8}" type="presParOf" srcId="{FE009358-3452-4E28-A6C5-2421D29D53B3}" destId="{F753251C-D61F-4D65-8795-CCF71AFE2A4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0A36826-1AEB-47B6-91BF-A1D5CB2F1E54}" type="doc">
      <dgm:prSet loTypeId="urn:microsoft.com/office/officeart/2005/8/layout/hProcess7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376430-B44C-4325-A987-8FB04EBE8C3D}">
      <dgm:prSet phldrT="[Text]" phldr="0"/>
      <dgm:spPr/>
      <dgm:t>
        <a:bodyPr/>
        <a:lstStyle/>
        <a:p>
          <a:r>
            <a:rPr lang="en-US" b="1" dirty="0"/>
            <a:t>Metrics</a:t>
          </a:r>
          <a:r>
            <a:rPr lang="en-US" dirty="0"/>
            <a:t>:</a:t>
          </a:r>
        </a:p>
      </dgm:t>
    </dgm:pt>
    <dgm:pt modelId="{1E1A17ED-4459-4384-BC42-144857E2B1D1}" type="parTrans" cxnId="{D8F4FA63-BB29-4870-AE4D-217FE445FB79}">
      <dgm:prSet/>
      <dgm:spPr/>
      <dgm:t>
        <a:bodyPr/>
        <a:lstStyle/>
        <a:p>
          <a:endParaRPr lang="en-US"/>
        </a:p>
      </dgm:t>
    </dgm:pt>
    <dgm:pt modelId="{505DF7AA-B974-496C-8207-1EFE41698FA3}" type="sibTrans" cxnId="{D8F4FA63-BB29-4870-AE4D-217FE445FB79}">
      <dgm:prSet/>
      <dgm:spPr/>
      <dgm:t>
        <a:bodyPr/>
        <a:lstStyle/>
        <a:p>
          <a:endParaRPr lang="en-US"/>
        </a:p>
      </dgm:t>
    </dgm:pt>
    <dgm:pt modelId="{C6105F4D-4E9C-4870-9B94-3CDEC5BD27FA}">
      <dgm:prSet phldrT="[Text]" phldr="0"/>
      <dgm:spPr/>
      <dgm:t>
        <a:bodyPr/>
        <a:lstStyle/>
        <a:p>
          <a:pPr rtl="0"/>
          <a:r>
            <a:rPr lang="en-US" b="1" dirty="0">
              <a:latin typeface="Posterama"/>
            </a:rPr>
            <a:t>True Positives </a:t>
          </a:r>
          <a:r>
            <a:rPr lang="en-US" dirty="0">
              <a:latin typeface="Posterama"/>
            </a:rPr>
            <a:t>: 88% ( Correctly flagged deviations)</a:t>
          </a:r>
          <a:endParaRPr lang="en-US" dirty="0"/>
        </a:p>
      </dgm:t>
    </dgm:pt>
    <dgm:pt modelId="{D576F291-80D2-4C1E-A639-485FB2AC1B05}" type="parTrans" cxnId="{932F8085-6594-4B4B-91CE-BF053CCA659F}">
      <dgm:prSet/>
      <dgm:spPr/>
      <dgm:t>
        <a:bodyPr/>
        <a:lstStyle/>
        <a:p>
          <a:endParaRPr lang="en-US"/>
        </a:p>
      </dgm:t>
    </dgm:pt>
    <dgm:pt modelId="{93769128-7103-4F5C-8A54-858DA4AECF12}" type="sibTrans" cxnId="{932F8085-6594-4B4B-91CE-BF053CCA659F}">
      <dgm:prSet/>
      <dgm:spPr/>
      <dgm:t>
        <a:bodyPr/>
        <a:lstStyle/>
        <a:p>
          <a:endParaRPr lang="en-US"/>
        </a:p>
      </dgm:t>
    </dgm:pt>
    <dgm:pt modelId="{9F4E86D3-2EED-4ABE-9CA7-36E136ACC343}">
      <dgm:prSet phldrT="[Text]" phldr="0"/>
      <dgm:spPr/>
      <dgm:t>
        <a:bodyPr/>
        <a:lstStyle/>
        <a:p>
          <a:pPr rtl="0"/>
          <a:r>
            <a:rPr lang="en-US" b="1" dirty="0"/>
            <a:t>Case Study</a:t>
          </a:r>
          <a:endParaRPr lang="en-US" dirty="0"/>
        </a:p>
      </dgm:t>
    </dgm:pt>
    <dgm:pt modelId="{E5946251-486A-46FE-BB07-95F58816200A}" type="parTrans" cxnId="{0DAC8250-99B2-4237-AE1E-262F0E86AE50}">
      <dgm:prSet/>
      <dgm:spPr/>
      <dgm:t>
        <a:bodyPr/>
        <a:lstStyle/>
        <a:p>
          <a:endParaRPr lang="en-US"/>
        </a:p>
      </dgm:t>
    </dgm:pt>
    <dgm:pt modelId="{65B54C26-D1E7-45B6-BF89-81BCC51BF825}" type="sibTrans" cxnId="{0DAC8250-99B2-4237-AE1E-262F0E86AE50}">
      <dgm:prSet/>
      <dgm:spPr/>
      <dgm:t>
        <a:bodyPr/>
        <a:lstStyle/>
        <a:p>
          <a:endParaRPr lang="en-US"/>
        </a:p>
      </dgm:t>
    </dgm:pt>
    <dgm:pt modelId="{49A210CD-795C-4CAF-BD13-6EA534B3F3BB}">
      <dgm:prSet phldrT="[Text]" phldr="0"/>
      <dgm:spPr/>
      <dgm:t>
        <a:bodyPr/>
        <a:lstStyle/>
        <a:p>
          <a:pPr rtl="0"/>
          <a:r>
            <a:rPr lang="en-US" b="1" dirty="0"/>
            <a:t>$15,000 saved/month</a:t>
          </a:r>
          <a:r>
            <a:rPr lang="en-US" b="1" dirty="0">
              <a:latin typeface="Posterama"/>
            </a:rPr>
            <a:t> by recovering 10% deviated pallets</a:t>
          </a:r>
          <a:endParaRPr lang="en-US" dirty="0"/>
        </a:p>
      </dgm:t>
    </dgm:pt>
    <dgm:pt modelId="{AB8D4009-1696-44DD-818B-5FA926BF7BD8}" type="parTrans" cxnId="{345ABDEA-3340-4904-902D-5444E13C1347}">
      <dgm:prSet/>
      <dgm:spPr/>
      <dgm:t>
        <a:bodyPr/>
        <a:lstStyle/>
        <a:p>
          <a:endParaRPr lang="en-US"/>
        </a:p>
      </dgm:t>
    </dgm:pt>
    <dgm:pt modelId="{95D7CECF-ED99-4F9C-9568-B86F0DAF6F7C}" type="sibTrans" cxnId="{345ABDEA-3340-4904-902D-5444E13C1347}">
      <dgm:prSet/>
      <dgm:spPr/>
      <dgm:t>
        <a:bodyPr/>
        <a:lstStyle/>
        <a:p>
          <a:endParaRPr lang="en-US"/>
        </a:p>
      </dgm:t>
    </dgm:pt>
    <dgm:pt modelId="{A87C823D-F662-4347-B643-F741D56624FE}">
      <dgm:prSet phldr="0"/>
      <dgm:spPr/>
      <dgm:t>
        <a:bodyPr/>
        <a:lstStyle/>
        <a:p>
          <a:pPr rtl="0"/>
          <a:r>
            <a:rPr lang="en-US" b="0" dirty="0">
              <a:latin typeface="Posterama"/>
            </a:rPr>
            <a:t>False Positives : 12% (False Alerts)</a:t>
          </a:r>
        </a:p>
      </dgm:t>
    </dgm:pt>
    <dgm:pt modelId="{2DFCF88F-4A9A-447D-A5DB-AC9592360F3F}" type="parTrans" cxnId="{F8CA5873-9CE9-4E9C-93B3-E888B169F058}">
      <dgm:prSet/>
      <dgm:spPr/>
    </dgm:pt>
    <dgm:pt modelId="{8584CDF7-9C3B-4C2D-8AD2-28C488AE2329}" type="sibTrans" cxnId="{F8CA5873-9CE9-4E9C-93B3-E888B169F058}">
      <dgm:prSet/>
      <dgm:spPr/>
    </dgm:pt>
    <dgm:pt modelId="{0139501A-AC74-4784-B36A-62D0C58D2CAA}" type="pres">
      <dgm:prSet presAssocID="{D0A36826-1AEB-47B6-91BF-A1D5CB2F1E54}" presName="Name0" presStyleCnt="0">
        <dgm:presLayoutVars>
          <dgm:dir/>
          <dgm:animLvl val="lvl"/>
          <dgm:resizeHandles val="exact"/>
        </dgm:presLayoutVars>
      </dgm:prSet>
      <dgm:spPr/>
    </dgm:pt>
    <dgm:pt modelId="{D0A64C67-B953-41F3-8345-A9C57A1463D0}" type="pres">
      <dgm:prSet presAssocID="{7C376430-B44C-4325-A987-8FB04EBE8C3D}" presName="compositeNode" presStyleCnt="0">
        <dgm:presLayoutVars>
          <dgm:bulletEnabled val="1"/>
        </dgm:presLayoutVars>
      </dgm:prSet>
      <dgm:spPr/>
    </dgm:pt>
    <dgm:pt modelId="{64945096-974F-4796-8CD2-919DA3F9800E}" type="pres">
      <dgm:prSet presAssocID="{7C376430-B44C-4325-A987-8FB04EBE8C3D}" presName="bgRect" presStyleLbl="node1" presStyleIdx="0" presStyleCnt="2"/>
      <dgm:spPr/>
    </dgm:pt>
    <dgm:pt modelId="{B244B186-DACA-441C-9DA7-730BCD846AEE}" type="pres">
      <dgm:prSet presAssocID="{7C376430-B44C-4325-A987-8FB04EBE8C3D}" presName="parentNode" presStyleLbl="node1" presStyleIdx="0" presStyleCnt="2">
        <dgm:presLayoutVars>
          <dgm:chMax val="0"/>
          <dgm:bulletEnabled val="1"/>
        </dgm:presLayoutVars>
      </dgm:prSet>
      <dgm:spPr/>
    </dgm:pt>
    <dgm:pt modelId="{3B831DE6-95B8-4DE7-BE14-D4555B5BDF6F}" type="pres">
      <dgm:prSet presAssocID="{7C376430-B44C-4325-A987-8FB04EBE8C3D}" presName="childNode" presStyleLbl="node1" presStyleIdx="0" presStyleCnt="2">
        <dgm:presLayoutVars>
          <dgm:bulletEnabled val="1"/>
        </dgm:presLayoutVars>
      </dgm:prSet>
      <dgm:spPr/>
    </dgm:pt>
    <dgm:pt modelId="{E587DE8D-524F-487D-975D-67C31CAFC41B}" type="pres">
      <dgm:prSet presAssocID="{505DF7AA-B974-496C-8207-1EFE41698FA3}" presName="hSp" presStyleCnt="0"/>
      <dgm:spPr/>
    </dgm:pt>
    <dgm:pt modelId="{1D91ED7C-7928-4E33-921B-C3B4DE900277}" type="pres">
      <dgm:prSet presAssocID="{505DF7AA-B974-496C-8207-1EFE41698FA3}" presName="vProcSp" presStyleCnt="0"/>
      <dgm:spPr/>
    </dgm:pt>
    <dgm:pt modelId="{A696ABC3-21B9-413B-B9F6-D5ABC0809A1B}" type="pres">
      <dgm:prSet presAssocID="{505DF7AA-B974-496C-8207-1EFE41698FA3}" presName="vSp1" presStyleCnt="0"/>
      <dgm:spPr/>
    </dgm:pt>
    <dgm:pt modelId="{4226FDE6-CF2C-4448-A818-725F024D4EC5}" type="pres">
      <dgm:prSet presAssocID="{505DF7AA-B974-496C-8207-1EFE41698FA3}" presName="simulatedConn" presStyleLbl="solidFgAcc1" presStyleIdx="0" presStyleCnt="1"/>
      <dgm:spPr/>
    </dgm:pt>
    <dgm:pt modelId="{C50D625F-2C5A-4B3D-9EE4-FF6AC10E647F}" type="pres">
      <dgm:prSet presAssocID="{505DF7AA-B974-496C-8207-1EFE41698FA3}" presName="vSp2" presStyleCnt="0"/>
      <dgm:spPr/>
    </dgm:pt>
    <dgm:pt modelId="{F51F501D-4CAA-4A71-8BD6-BCC7004EFC03}" type="pres">
      <dgm:prSet presAssocID="{505DF7AA-B974-496C-8207-1EFE41698FA3}" presName="sibTrans" presStyleCnt="0"/>
      <dgm:spPr/>
    </dgm:pt>
    <dgm:pt modelId="{FE009358-3452-4E28-A6C5-2421D29D53B3}" type="pres">
      <dgm:prSet presAssocID="{9F4E86D3-2EED-4ABE-9CA7-36E136ACC343}" presName="compositeNode" presStyleCnt="0">
        <dgm:presLayoutVars>
          <dgm:bulletEnabled val="1"/>
        </dgm:presLayoutVars>
      </dgm:prSet>
      <dgm:spPr/>
    </dgm:pt>
    <dgm:pt modelId="{302A7634-3B96-4808-9571-8E67D7B7F87F}" type="pres">
      <dgm:prSet presAssocID="{9F4E86D3-2EED-4ABE-9CA7-36E136ACC343}" presName="bgRect" presStyleLbl="node1" presStyleIdx="1" presStyleCnt="2"/>
      <dgm:spPr/>
    </dgm:pt>
    <dgm:pt modelId="{ABD766C1-C578-4161-9584-97C08C77C11E}" type="pres">
      <dgm:prSet presAssocID="{9F4E86D3-2EED-4ABE-9CA7-36E136ACC343}" presName="parentNode" presStyleLbl="node1" presStyleIdx="1" presStyleCnt="2">
        <dgm:presLayoutVars>
          <dgm:chMax val="0"/>
          <dgm:bulletEnabled val="1"/>
        </dgm:presLayoutVars>
      </dgm:prSet>
      <dgm:spPr/>
    </dgm:pt>
    <dgm:pt modelId="{F753251C-D61F-4D65-8795-CCF71AFE2A4A}" type="pres">
      <dgm:prSet presAssocID="{9F4E86D3-2EED-4ABE-9CA7-36E136ACC343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1B82FB08-5C1E-470F-A8E9-F6B8DF42B7F1}" type="presOf" srcId="{D0A36826-1AEB-47B6-91BF-A1D5CB2F1E54}" destId="{0139501A-AC74-4784-B36A-62D0C58D2CAA}" srcOrd="0" destOrd="0" presId="urn:microsoft.com/office/officeart/2005/8/layout/hProcess7"/>
    <dgm:cxn modelId="{2EE59A10-16A1-487F-9CEE-7C2BBDCC7C9C}" type="presOf" srcId="{9F4E86D3-2EED-4ABE-9CA7-36E136ACC343}" destId="{302A7634-3B96-4808-9571-8E67D7B7F87F}" srcOrd="0" destOrd="0" presId="urn:microsoft.com/office/officeart/2005/8/layout/hProcess7"/>
    <dgm:cxn modelId="{3AC02E5D-8E29-48BB-A09E-09726E1E37E0}" type="presOf" srcId="{C6105F4D-4E9C-4870-9B94-3CDEC5BD27FA}" destId="{3B831DE6-95B8-4DE7-BE14-D4555B5BDF6F}" srcOrd="0" destOrd="0" presId="urn:microsoft.com/office/officeart/2005/8/layout/hProcess7"/>
    <dgm:cxn modelId="{D8F4FA63-BB29-4870-AE4D-217FE445FB79}" srcId="{D0A36826-1AEB-47B6-91BF-A1D5CB2F1E54}" destId="{7C376430-B44C-4325-A987-8FB04EBE8C3D}" srcOrd="0" destOrd="0" parTransId="{1E1A17ED-4459-4384-BC42-144857E2B1D1}" sibTransId="{505DF7AA-B974-496C-8207-1EFE41698FA3}"/>
    <dgm:cxn modelId="{2EF53046-70CB-4F4A-B3CD-8490D0AEF694}" type="presOf" srcId="{9F4E86D3-2EED-4ABE-9CA7-36E136ACC343}" destId="{ABD766C1-C578-4161-9584-97C08C77C11E}" srcOrd="1" destOrd="0" presId="urn:microsoft.com/office/officeart/2005/8/layout/hProcess7"/>
    <dgm:cxn modelId="{0DAC8250-99B2-4237-AE1E-262F0E86AE50}" srcId="{D0A36826-1AEB-47B6-91BF-A1D5CB2F1E54}" destId="{9F4E86D3-2EED-4ABE-9CA7-36E136ACC343}" srcOrd="1" destOrd="0" parTransId="{E5946251-486A-46FE-BB07-95F58816200A}" sibTransId="{65B54C26-D1E7-45B6-BF89-81BCC51BF825}"/>
    <dgm:cxn modelId="{F8CA5873-9CE9-4E9C-93B3-E888B169F058}" srcId="{7C376430-B44C-4325-A987-8FB04EBE8C3D}" destId="{A87C823D-F662-4347-B643-F741D56624FE}" srcOrd="1" destOrd="0" parTransId="{2DFCF88F-4A9A-447D-A5DB-AC9592360F3F}" sibTransId="{8584CDF7-9C3B-4C2D-8AD2-28C488AE2329}"/>
    <dgm:cxn modelId="{932F8085-6594-4B4B-91CE-BF053CCA659F}" srcId="{7C376430-B44C-4325-A987-8FB04EBE8C3D}" destId="{C6105F4D-4E9C-4870-9B94-3CDEC5BD27FA}" srcOrd="0" destOrd="0" parTransId="{D576F291-80D2-4C1E-A639-485FB2AC1B05}" sibTransId="{93769128-7103-4F5C-8A54-858DA4AECF12}"/>
    <dgm:cxn modelId="{B2DA9EBB-217C-4128-86C6-2D3BEE460C95}" type="presOf" srcId="{7C376430-B44C-4325-A987-8FB04EBE8C3D}" destId="{B244B186-DACA-441C-9DA7-730BCD846AEE}" srcOrd="1" destOrd="0" presId="urn:microsoft.com/office/officeart/2005/8/layout/hProcess7"/>
    <dgm:cxn modelId="{28E32DBD-C6A9-4C04-8D6C-FE06B28DAE57}" type="presOf" srcId="{A87C823D-F662-4347-B643-F741D56624FE}" destId="{3B831DE6-95B8-4DE7-BE14-D4555B5BDF6F}" srcOrd="0" destOrd="1" presId="urn:microsoft.com/office/officeart/2005/8/layout/hProcess7"/>
    <dgm:cxn modelId="{345ABDEA-3340-4904-902D-5444E13C1347}" srcId="{9F4E86D3-2EED-4ABE-9CA7-36E136ACC343}" destId="{49A210CD-795C-4CAF-BD13-6EA534B3F3BB}" srcOrd="0" destOrd="0" parTransId="{AB8D4009-1696-44DD-818B-5FA926BF7BD8}" sibTransId="{95D7CECF-ED99-4F9C-9568-B86F0DAF6F7C}"/>
    <dgm:cxn modelId="{3D66A3EB-3BC8-4A1E-A557-BF79085987DC}" type="presOf" srcId="{7C376430-B44C-4325-A987-8FB04EBE8C3D}" destId="{64945096-974F-4796-8CD2-919DA3F9800E}" srcOrd="0" destOrd="0" presId="urn:microsoft.com/office/officeart/2005/8/layout/hProcess7"/>
    <dgm:cxn modelId="{2A8DACFC-79E4-4605-AC4E-D33FD6F76640}" type="presOf" srcId="{49A210CD-795C-4CAF-BD13-6EA534B3F3BB}" destId="{F753251C-D61F-4D65-8795-CCF71AFE2A4A}" srcOrd="0" destOrd="0" presId="urn:microsoft.com/office/officeart/2005/8/layout/hProcess7"/>
    <dgm:cxn modelId="{D5A81FA4-A9A5-4AC3-AB97-D2CD13B86651}" type="presParOf" srcId="{0139501A-AC74-4784-B36A-62D0C58D2CAA}" destId="{D0A64C67-B953-41F3-8345-A9C57A1463D0}" srcOrd="0" destOrd="0" presId="urn:microsoft.com/office/officeart/2005/8/layout/hProcess7"/>
    <dgm:cxn modelId="{0E46CC36-17EB-4FD8-9677-D2FB715D2398}" type="presParOf" srcId="{D0A64C67-B953-41F3-8345-A9C57A1463D0}" destId="{64945096-974F-4796-8CD2-919DA3F9800E}" srcOrd="0" destOrd="0" presId="urn:microsoft.com/office/officeart/2005/8/layout/hProcess7"/>
    <dgm:cxn modelId="{9B7A0377-AA61-401F-91F8-DF831D3A1683}" type="presParOf" srcId="{D0A64C67-B953-41F3-8345-A9C57A1463D0}" destId="{B244B186-DACA-441C-9DA7-730BCD846AEE}" srcOrd="1" destOrd="0" presId="urn:microsoft.com/office/officeart/2005/8/layout/hProcess7"/>
    <dgm:cxn modelId="{5BA3D62C-54B9-4367-82E2-DFA767D7B6CF}" type="presParOf" srcId="{D0A64C67-B953-41F3-8345-A9C57A1463D0}" destId="{3B831DE6-95B8-4DE7-BE14-D4555B5BDF6F}" srcOrd="2" destOrd="0" presId="urn:microsoft.com/office/officeart/2005/8/layout/hProcess7"/>
    <dgm:cxn modelId="{1A7E969D-C753-4379-96F0-6B53D928E7E8}" type="presParOf" srcId="{0139501A-AC74-4784-B36A-62D0C58D2CAA}" destId="{E587DE8D-524F-487D-975D-67C31CAFC41B}" srcOrd="1" destOrd="0" presId="urn:microsoft.com/office/officeart/2005/8/layout/hProcess7"/>
    <dgm:cxn modelId="{FCAC26AA-54E5-4D12-B063-01C161A8BB13}" type="presParOf" srcId="{0139501A-AC74-4784-B36A-62D0C58D2CAA}" destId="{1D91ED7C-7928-4E33-921B-C3B4DE900277}" srcOrd="2" destOrd="0" presId="urn:microsoft.com/office/officeart/2005/8/layout/hProcess7"/>
    <dgm:cxn modelId="{BC0BDEB4-9D4A-484A-9776-2715D7A62495}" type="presParOf" srcId="{1D91ED7C-7928-4E33-921B-C3B4DE900277}" destId="{A696ABC3-21B9-413B-B9F6-D5ABC0809A1B}" srcOrd="0" destOrd="0" presId="urn:microsoft.com/office/officeart/2005/8/layout/hProcess7"/>
    <dgm:cxn modelId="{1236C469-546F-4D9A-889B-D1470D0577F1}" type="presParOf" srcId="{1D91ED7C-7928-4E33-921B-C3B4DE900277}" destId="{4226FDE6-CF2C-4448-A818-725F024D4EC5}" srcOrd="1" destOrd="0" presId="urn:microsoft.com/office/officeart/2005/8/layout/hProcess7"/>
    <dgm:cxn modelId="{8D83C8BC-48E4-4B50-A744-B6F96AE85C08}" type="presParOf" srcId="{1D91ED7C-7928-4E33-921B-C3B4DE900277}" destId="{C50D625F-2C5A-4B3D-9EE4-FF6AC10E647F}" srcOrd="2" destOrd="0" presId="urn:microsoft.com/office/officeart/2005/8/layout/hProcess7"/>
    <dgm:cxn modelId="{718BA119-DBAC-44A7-ABFB-655D866CEA47}" type="presParOf" srcId="{0139501A-AC74-4784-B36A-62D0C58D2CAA}" destId="{F51F501D-4CAA-4A71-8BD6-BCC7004EFC03}" srcOrd="3" destOrd="0" presId="urn:microsoft.com/office/officeart/2005/8/layout/hProcess7"/>
    <dgm:cxn modelId="{1E024364-9E70-49CD-B8E6-000A5C34DF04}" type="presParOf" srcId="{0139501A-AC74-4784-B36A-62D0C58D2CAA}" destId="{FE009358-3452-4E28-A6C5-2421D29D53B3}" srcOrd="4" destOrd="0" presId="urn:microsoft.com/office/officeart/2005/8/layout/hProcess7"/>
    <dgm:cxn modelId="{9F4AB063-2AA7-4DFD-AAC3-33C1AADFDAFB}" type="presParOf" srcId="{FE009358-3452-4E28-A6C5-2421D29D53B3}" destId="{302A7634-3B96-4808-9571-8E67D7B7F87F}" srcOrd="0" destOrd="0" presId="urn:microsoft.com/office/officeart/2005/8/layout/hProcess7"/>
    <dgm:cxn modelId="{0954D6C6-687A-466C-A5BA-267AFF133B1A}" type="presParOf" srcId="{FE009358-3452-4E28-A6C5-2421D29D53B3}" destId="{ABD766C1-C578-4161-9584-97C08C77C11E}" srcOrd="1" destOrd="0" presId="urn:microsoft.com/office/officeart/2005/8/layout/hProcess7"/>
    <dgm:cxn modelId="{3A941E11-9153-47C9-9492-525C0D0FE4F8}" type="presParOf" srcId="{FE009358-3452-4E28-A6C5-2421D29D53B3}" destId="{F753251C-D61F-4D65-8795-CCF71AFE2A4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7A4E231-ACD8-446E-93C8-2E3B07E3C091}" type="doc">
      <dgm:prSet loTypeId="urn:microsoft.com/office/officeart/2005/8/layout/arrow2" loCatId="process" qsTypeId="urn:microsoft.com/office/officeart/2005/8/quickstyle/3d3" qsCatId="3D" csTypeId="urn:microsoft.com/office/officeart/2005/8/colors/colorful5" csCatId="colorful" phldr="1"/>
      <dgm:spPr/>
    </dgm:pt>
    <dgm:pt modelId="{7E1D4E19-B81B-42CE-A78A-BFBDC62EDF40}">
      <dgm:prSet phldr="0"/>
      <dgm:spPr/>
      <dgm:t>
        <a:bodyPr/>
        <a:lstStyle/>
        <a:p>
          <a:pPr rtl="0"/>
          <a:r>
            <a:rPr lang="en-US" b="1"/>
            <a:t>10% of pallets</a:t>
          </a:r>
          <a:r>
            <a:rPr lang="en-US"/>
            <a:t> stayed &gt;48 </a:t>
          </a:r>
          <a:r>
            <a:rPr lang="en-US" err="1"/>
            <a:t>hrs</a:t>
          </a:r>
          <a:r>
            <a:rPr lang="en-US"/>
            <a:t> at customer locations.</a:t>
          </a:r>
          <a:endParaRPr lang="en-US">
            <a:latin typeface="Posterama"/>
          </a:endParaRPr>
        </a:p>
      </dgm:t>
    </dgm:pt>
    <dgm:pt modelId="{9C1455DC-72A1-44D6-8A85-135738464F49}" type="parTrans" cxnId="{F896A6C7-080A-47D9-AB6D-8201403B586E}">
      <dgm:prSet/>
      <dgm:spPr/>
    </dgm:pt>
    <dgm:pt modelId="{27A40009-26E9-4F62-BF89-7A708F59100B}" type="sibTrans" cxnId="{F896A6C7-080A-47D9-AB6D-8201403B586E}">
      <dgm:prSet/>
      <dgm:spPr/>
    </dgm:pt>
    <dgm:pt modelId="{0E615D68-89C2-4C57-A1EA-DB0A96D378AF}">
      <dgm:prSet phldr="0"/>
      <dgm:spPr/>
      <dgm:t>
        <a:bodyPr/>
        <a:lstStyle/>
        <a:p>
          <a:pPr rtl="0"/>
          <a:r>
            <a:rPr lang="en-US" b="1" dirty="0"/>
            <a:t>$15,000/month</a:t>
          </a:r>
          <a:r>
            <a:rPr lang="en-US" dirty="0"/>
            <a:t> recovered through alerts.</a:t>
          </a:r>
          <a:endParaRPr lang="en-US" dirty="0">
            <a:latin typeface="Posterama"/>
          </a:endParaRPr>
        </a:p>
      </dgm:t>
    </dgm:pt>
    <dgm:pt modelId="{37097CE1-25B4-4945-BC73-A13B27C20315}" type="parTrans" cxnId="{6859ECF9-D487-4E62-BC38-FBF8AFC70BE1}">
      <dgm:prSet/>
      <dgm:spPr/>
    </dgm:pt>
    <dgm:pt modelId="{22EF880F-F504-4E81-AD4E-078B720392A1}" type="sibTrans" cxnId="{6859ECF9-D487-4E62-BC38-FBF8AFC70BE1}">
      <dgm:prSet/>
      <dgm:spPr/>
    </dgm:pt>
    <dgm:pt modelId="{DA253DF9-D40B-4ED6-BE67-D3103892A72B}" type="pres">
      <dgm:prSet presAssocID="{57A4E231-ACD8-446E-93C8-2E3B07E3C091}" presName="arrowDiagram" presStyleCnt="0">
        <dgm:presLayoutVars>
          <dgm:chMax val="5"/>
          <dgm:dir/>
          <dgm:resizeHandles val="exact"/>
        </dgm:presLayoutVars>
      </dgm:prSet>
      <dgm:spPr/>
    </dgm:pt>
    <dgm:pt modelId="{0C87682A-83DB-49D0-8AFC-8815B1419260}" type="pres">
      <dgm:prSet presAssocID="{57A4E231-ACD8-446E-93C8-2E3B07E3C091}" presName="arrow" presStyleLbl="bgShp" presStyleIdx="0" presStyleCnt="1"/>
      <dgm:spPr/>
    </dgm:pt>
    <dgm:pt modelId="{638A00C9-E719-4ABA-91FD-47A9EBA42A25}" type="pres">
      <dgm:prSet presAssocID="{57A4E231-ACD8-446E-93C8-2E3B07E3C091}" presName="arrowDiagram2" presStyleCnt="0"/>
      <dgm:spPr/>
    </dgm:pt>
    <dgm:pt modelId="{E94699CE-5C53-49A0-9A84-549B5CCD77F8}" type="pres">
      <dgm:prSet presAssocID="{7E1D4E19-B81B-42CE-A78A-BFBDC62EDF40}" presName="bullet2a" presStyleLbl="node1" presStyleIdx="0" presStyleCnt="2"/>
      <dgm:spPr/>
    </dgm:pt>
    <dgm:pt modelId="{62F517A4-8D76-4581-BFBC-FE478E17E842}" type="pres">
      <dgm:prSet presAssocID="{7E1D4E19-B81B-42CE-A78A-BFBDC62EDF40}" presName="textBox2a" presStyleLbl="revTx" presStyleIdx="0" presStyleCnt="2">
        <dgm:presLayoutVars>
          <dgm:bulletEnabled val="1"/>
        </dgm:presLayoutVars>
      </dgm:prSet>
      <dgm:spPr/>
    </dgm:pt>
    <dgm:pt modelId="{41D68908-BA92-43D0-BF0B-D2E5024DA9C1}" type="pres">
      <dgm:prSet presAssocID="{0E615D68-89C2-4C57-A1EA-DB0A96D378AF}" presName="bullet2b" presStyleLbl="node1" presStyleIdx="1" presStyleCnt="2"/>
      <dgm:spPr/>
    </dgm:pt>
    <dgm:pt modelId="{35083C67-FF8B-47B6-BD59-484211F54523}" type="pres">
      <dgm:prSet presAssocID="{0E615D68-89C2-4C57-A1EA-DB0A96D378AF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ED721900-EC57-4156-9CA4-AF496A6C2C79}" type="presOf" srcId="{0E615D68-89C2-4C57-A1EA-DB0A96D378AF}" destId="{35083C67-FF8B-47B6-BD59-484211F54523}" srcOrd="0" destOrd="0" presId="urn:microsoft.com/office/officeart/2005/8/layout/arrow2"/>
    <dgm:cxn modelId="{C109D30D-0B48-4930-A437-AEEBF2B2C8D7}" type="presOf" srcId="{57A4E231-ACD8-446E-93C8-2E3B07E3C091}" destId="{DA253DF9-D40B-4ED6-BE67-D3103892A72B}" srcOrd="0" destOrd="0" presId="urn:microsoft.com/office/officeart/2005/8/layout/arrow2"/>
    <dgm:cxn modelId="{86FDB020-27CC-499C-A8DD-BF322346EEBD}" type="presOf" srcId="{7E1D4E19-B81B-42CE-A78A-BFBDC62EDF40}" destId="{62F517A4-8D76-4581-BFBC-FE478E17E842}" srcOrd="0" destOrd="0" presId="urn:microsoft.com/office/officeart/2005/8/layout/arrow2"/>
    <dgm:cxn modelId="{F896A6C7-080A-47D9-AB6D-8201403B586E}" srcId="{57A4E231-ACD8-446E-93C8-2E3B07E3C091}" destId="{7E1D4E19-B81B-42CE-A78A-BFBDC62EDF40}" srcOrd="0" destOrd="0" parTransId="{9C1455DC-72A1-44D6-8A85-135738464F49}" sibTransId="{27A40009-26E9-4F62-BF89-7A708F59100B}"/>
    <dgm:cxn modelId="{6859ECF9-D487-4E62-BC38-FBF8AFC70BE1}" srcId="{57A4E231-ACD8-446E-93C8-2E3B07E3C091}" destId="{0E615D68-89C2-4C57-A1EA-DB0A96D378AF}" srcOrd="1" destOrd="0" parTransId="{37097CE1-25B4-4945-BC73-A13B27C20315}" sibTransId="{22EF880F-F504-4E81-AD4E-078B720392A1}"/>
    <dgm:cxn modelId="{AE63EB9E-1925-4D64-99C1-9969DC42A76B}" type="presParOf" srcId="{DA253DF9-D40B-4ED6-BE67-D3103892A72B}" destId="{0C87682A-83DB-49D0-8AFC-8815B1419260}" srcOrd="0" destOrd="0" presId="urn:microsoft.com/office/officeart/2005/8/layout/arrow2"/>
    <dgm:cxn modelId="{231A35CC-E58D-4BB3-9B61-109BAE32C6CB}" type="presParOf" srcId="{DA253DF9-D40B-4ED6-BE67-D3103892A72B}" destId="{638A00C9-E719-4ABA-91FD-47A9EBA42A25}" srcOrd="1" destOrd="0" presId="urn:microsoft.com/office/officeart/2005/8/layout/arrow2"/>
    <dgm:cxn modelId="{0DD78A0F-695B-4D87-AFD1-4A59CA769145}" type="presParOf" srcId="{638A00C9-E719-4ABA-91FD-47A9EBA42A25}" destId="{E94699CE-5C53-49A0-9A84-549B5CCD77F8}" srcOrd="0" destOrd="0" presId="urn:microsoft.com/office/officeart/2005/8/layout/arrow2"/>
    <dgm:cxn modelId="{F9B2ADEE-B72B-4EF1-96FF-1F131E97505B}" type="presParOf" srcId="{638A00C9-E719-4ABA-91FD-47A9EBA42A25}" destId="{62F517A4-8D76-4581-BFBC-FE478E17E842}" srcOrd="1" destOrd="0" presId="urn:microsoft.com/office/officeart/2005/8/layout/arrow2"/>
    <dgm:cxn modelId="{18F53A39-1D25-45C5-ACAA-2D635E3C3FBF}" type="presParOf" srcId="{638A00C9-E719-4ABA-91FD-47A9EBA42A25}" destId="{41D68908-BA92-43D0-BF0B-D2E5024DA9C1}" srcOrd="2" destOrd="0" presId="urn:microsoft.com/office/officeart/2005/8/layout/arrow2"/>
    <dgm:cxn modelId="{110725E9-FC1F-4076-A61E-E49D4EA522A4}" type="presParOf" srcId="{638A00C9-E719-4ABA-91FD-47A9EBA42A25}" destId="{35083C67-FF8B-47B6-BD59-484211F54523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7A4E231-ACD8-446E-93C8-2E3B07E3C091}" type="doc">
      <dgm:prSet loTypeId="urn:microsoft.com/office/officeart/2005/8/layout/arrow2" loCatId="process" qsTypeId="urn:microsoft.com/office/officeart/2005/8/quickstyle/3d3" qsCatId="3D" csTypeId="urn:microsoft.com/office/officeart/2005/8/colors/colorful5" csCatId="colorful" phldr="1"/>
      <dgm:spPr/>
    </dgm:pt>
    <dgm:pt modelId="{7E1D4E19-B81B-42CE-A78A-BFBDC62EDF40}">
      <dgm:prSet phldr="0"/>
      <dgm:spPr/>
      <dgm:t>
        <a:bodyPr/>
        <a:lstStyle/>
        <a:p>
          <a:pPr rtl="0"/>
          <a:r>
            <a:rPr lang="en-US" b="1"/>
            <a:t>10% of pallets</a:t>
          </a:r>
          <a:r>
            <a:rPr lang="en-US"/>
            <a:t> stayed &gt;48 </a:t>
          </a:r>
          <a:r>
            <a:rPr lang="en-US" err="1"/>
            <a:t>hrs</a:t>
          </a:r>
          <a:r>
            <a:rPr lang="en-US"/>
            <a:t> at customer locations.</a:t>
          </a:r>
          <a:endParaRPr lang="en-US">
            <a:latin typeface="Posterama"/>
          </a:endParaRPr>
        </a:p>
      </dgm:t>
    </dgm:pt>
    <dgm:pt modelId="{9C1455DC-72A1-44D6-8A85-135738464F49}" type="parTrans" cxnId="{F896A6C7-080A-47D9-AB6D-8201403B586E}">
      <dgm:prSet/>
      <dgm:spPr/>
    </dgm:pt>
    <dgm:pt modelId="{27A40009-26E9-4F62-BF89-7A708F59100B}" type="sibTrans" cxnId="{F896A6C7-080A-47D9-AB6D-8201403B586E}">
      <dgm:prSet/>
      <dgm:spPr/>
    </dgm:pt>
    <dgm:pt modelId="{0E615D68-89C2-4C57-A1EA-DB0A96D378AF}">
      <dgm:prSet phldr="0"/>
      <dgm:spPr/>
      <dgm:t>
        <a:bodyPr/>
        <a:lstStyle/>
        <a:p>
          <a:pPr rtl="0"/>
          <a:r>
            <a:rPr lang="en-US" b="1" dirty="0"/>
            <a:t>$15,000/month</a:t>
          </a:r>
          <a:r>
            <a:rPr lang="en-US" dirty="0"/>
            <a:t> recovered through alerts.</a:t>
          </a:r>
          <a:endParaRPr lang="en-US" dirty="0">
            <a:latin typeface="Posterama"/>
          </a:endParaRPr>
        </a:p>
      </dgm:t>
    </dgm:pt>
    <dgm:pt modelId="{37097CE1-25B4-4945-BC73-A13B27C20315}" type="parTrans" cxnId="{6859ECF9-D487-4E62-BC38-FBF8AFC70BE1}">
      <dgm:prSet/>
      <dgm:spPr/>
    </dgm:pt>
    <dgm:pt modelId="{22EF880F-F504-4E81-AD4E-078B720392A1}" type="sibTrans" cxnId="{6859ECF9-D487-4E62-BC38-FBF8AFC70BE1}">
      <dgm:prSet/>
      <dgm:spPr/>
    </dgm:pt>
    <dgm:pt modelId="{DA253DF9-D40B-4ED6-BE67-D3103892A72B}" type="pres">
      <dgm:prSet presAssocID="{57A4E231-ACD8-446E-93C8-2E3B07E3C091}" presName="arrowDiagram" presStyleCnt="0">
        <dgm:presLayoutVars>
          <dgm:chMax val="5"/>
          <dgm:dir/>
          <dgm:resizeHandles val="exact"/>
        </dgm:presLayoutVars>
      </dgm:prSet>
      <dgm:spPr/>
    </dgm:pt>
    <dgm:pt modelId="{0C87682A-83DB-49D0-8AFC-8815B1419260}" type="pres">
      <dgm:prSet presAssocID="{57A4E231-ACD8-446E-93C8-2E3B07E3C091}" presName="arrow" presStyleLbl="bgShp" presStyleIdx="0" presStyleCnt="1"/>
      <dgm:spPr/>
    </dgm:pt>
    <dgm:pt modelId="{638A00C9-E719-4ABA-91FD-47A9EBA42A25}" type="pres">
      <dgm:prSet presAssocID="{57A4E231-ACD8-446E-93C8-2E3B07E3C091}" presName="arrowDiagram2" presStyleCnt="0"/>
      <dgm:spPr/>
    </dgm:pt>
    <dgm:pt modelId="{E94699CE-5C53-49A0-9A84-549B5CCD77F8}" type="pres">
      <dgm:prSet presAssocID="{7E1D4E19-B81B-42CE-A78A-BFBDC62EDF40}" presName="bullet2a" presStyleLbl="node1" presStyleIdx="0" presStyleCnt="2"/>
      <dgm:spPr/>
    </dgm:pt>
    <dgm:pt modelId="{62F517A4-8D76-4581-BFBC-FE478E17E842}" type="pres">
      <dgm:prSet presAssocID="{7E1D4E19-B81B-42CE-A78A-BFBDC62EDF40}" presName="textBox2a" presStyleLbl="revTx" presStyleIdx="0" presStyleCnt="2">
        <dgm:presLayoutVars>
          <dgm:bulletEnabled val="1"/>
        </dgm:presLayoutVars>
      </dgm:prSet>
      <dgm:spPr/>
    </dgm:pt>
    <dgm:pt modelId="{41D68908-BA92-43D0-BF0B-D2E5024DA9C1}" type="pres">
      <dgm:prSet presAssocID="{0E615D68-89C2-4C57-A1EA-DB0A96D378AF}" presName="bullet2b" presStyleLbl="node1" presStyleIdx="1" presStyleCnt="2"/>
      <dgm:spPr/>
    </dgm:pt>
    <dgm:pt modelId="{35083C67-FF8B-47B6-BD59-484211F54523}" type="pres">
      <dgm:prSet presAssocID="{0E615D68-89C2-4C57-A1EA-DB0A96D378AF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ED721900-EC57-4156-9CA4-AF496A6C2C79}" type="presOf" srcId="{0E615D68-89C2-4C57-A1EA-DB0A96D378AF}" destId="{35083C67-FF8B-47B6-BD59-484211F54523}" srcOrd="0" destOrd="0" presId="urn:microsoft.com/office/officeart/2005/8/layout/arrow2"/>
    <dgm:cxn modelId="{C109D30D-0B48-4930-A437-AEEBF2B2C8D7}" type="presOf" srcId="{57A4E231-ACD8-446E-93C8-2E3B07E3C091}" destId="{DA253DF9-D40B-4ED6-BE67-D3103892A72B}" srcOrd="0" destOrd="0" presId="urn:microsoft.com/office/officeart/2005/8/layout/arrow2"/>
    <dgm:cxn modelId="{86FDB020-27CC-499C-A8DD-BF322346EEBD}" type="presOf" srcId="{7E1D4E19-B81B-42CE-A78A-BFBDC62EDF40}" destId="{62F517A4-8D76-4581-BFBC-FE478E17E842}" srcOrd="0" destOrd="0" presId="urn:microsoft.com/office/officeart/2005/8/layout/arrow2"/>
    <dgm:cxn modelId="{F896A6C7-080A-47D9-AB6D-8201403B586E}" srcId="{57A4E231-ACD8-446E-93C8-2E3B07E3C091}" destId="{7E1D4E19-B81B-42CE-A78A-BFBDC62EDF40}" srcOrd="0" destOrd="0" parTransId="{9C1455DC-72A1-44D6-8A85-135738464F49}" sibTransId="{27A40009-26E9-4F62-BF89-7A708F59100B}"/>
    <dgm:cxn modelId="{6859ECF9-D487-4E62-BC38-FBF8AFC70BE1}" srcId="{57A4E231-ACD8-446E-93C8-2E3B07E3C091}" destId="{0E615D68-89C2-4C57-A1EA-DB0A96D378AF}" srcOrd="1" destOrd="0" parTransId="{37097CE1-25B4-4945-BC73-A13B27C20315}" sibTransId="{22EF880F-F504-4E81-AD4E-078B720392A1}"/>
    <dgm:cxn modelId="{AE63EB9E-1925-4D64-99C1-9969DC42A76B}" type="presParOf" srcId="{DA253DF9-D40B-4ED6-BE67-D3103892A72B}" destId="{0C87682A-83DB-49D0-8AFC-8815B1419260}" srcOrd="0" destOrd="0" presId="urn:microsoft.com/office/officeart/2005/8/layout/arrow2"/>
    <dgm:cxn modelId="{231A35CC-E58D-4BB3-9B61-109BAE32C6CB}" type="presParOf" srcId="{DA253DF9-D40B-4ED6-BE67-D3103892A72B}" destId="{638A00C9-E719-4ABA-91FD-47A9EBA42A25}" srcOrd="1" destOrd="0" presId="urn:microsoft.com/office/officeart/2005/8/layout/arrow2"/>
    <dgm:cxn modelId="{0DD78A0F-695B-4D87-AFD1-4A59CA769145}" type="presParOf" srcId="{638A00C9-E719-4ABA-91FD-47A9EBA42A25}" destId="{E94699CE-5C53-49A0-9A84-549B5CCD77F8}" srcOrd="0" destOrd="0" presId="urn:microsoft.com/office/officeart/2005/8/layout/arrow2"/>
    <dgm:cxn modelId="{F9B2ADEE-B72B-4EF1-96FF-1F131E97505B}" type="presParOf" srcId="{638A00C9-E719-4ABA-91FD-47A9EBA42A25}" destId="{62F517A4-8D76-4581-BFBC-FE478E17E842}" srcOrd="1" destOrd="0" presId="urn:microsoft.com/office/officeart/2005/8/layout/arrow2"/>
    <dgm:cxn modelId="{18F53A39-1D25-45C5-ACAA-2D635E3C3FBF}" type="presParOf" srcId="{638A00C9-E719-4ABA-91FD-47A9EBA42A25}" destId="{41D68908-BA92-43D0-BF0B-D2E5024DA9C1}" srcOrd="2" destOrd="0" presId="urn:microsoft.com/office/officeart/2005/8/layout/arrow2"/>
    <dgm:cxn modelId="{110725E9-FC1F-4076-A61E-E49D4EA522A4}" type="presParOf" srcId="{638A00C9-E719-4ABA-91FD-47A9EBA42A25}" destId="{35083C67-FF8B-47B6-BD59-484211F54523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5F0A709-3787-443C-925E-3E630B42E031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73EF22-F5C0-43A4-9E17-2034CF6432D4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Savings</a:t>
          </a:r>
          <a:endParaRPr lang="en-US" dirty="0"/>
        </a:p>
      </dgm:t>
    </dgm:pt>
    <dgm:pt modelId="{66F15084-4726-4FC1-9F90-E6B68A890180}" type="parTrans" cxnId="{8B99C166-46D8-4F0F-AE41-8E5943A383AA}">
      <dgm:prSet/>
      <dgm:spPr/>
      <dgm:t>
        <a:bodyPr/>
        <a:lstStyle/>
        <a:p>
          <a:endParaRPr lang="en-US"/>
        </a:p>
      </dgm:t>
    </dgm:pt>
    <dgm:pt modelId="{25DE75A1-8091-4731-AE58-9A986AC30E31}" type="sibTrans" cxnId="{8B99C166-46D8-4F0F-AE41-8E5943A383AA}">
      <dgm:prSet/>
      <dgm:spPr/>
      <dgm:t>
        <a:bodyPr/>
        <a:lstStyle/>
        <a:p>
          <a:endParaRPr lang="en-US"/>
        </a:p>
      </dgm:t>
    </dgm:pt>
    <dgm:pt modelId="{6A2C4BBB-2689-4D6C-B539-EE260947B1E2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45000$/month: reduced pallet loss and billing recovery.</a:t>
          </a:r>
          <a:endParaRPr lang="en-US" dirty="0"/>
        </a:p>
      </dgm:t>
    </dgm:pt>
    <dgm:pt modelId="{D6A346F8-3A52-41D6-B107-CF5E91042A53}" type="parTrans" cxnId="{CC86F2F2-E6BF-4A07-8782-4E5A8B32B321}">
      <dgm:prSet/>
      <dgm:spPr/>
      <dgm:t>
        <a:bodyPr/>
        <a:lstStyle/>
        <a:p>
          <a:endParaRPr lang="en-US"/>
        </a:p>
      </dgm:t>
    </dgm:pt>
    <dgm:pt modelId="{7F46D8AF-9E01-41AD-89AD-B340C15C4352}" type="sibTrans" cxnId="{CC86F2F2-E6BF-4A07-8782-4E5A8B32B321}">
      <dgm:prSet/>
      <dgm:spPr/>
      <dgm:t>
        <a:bodyPr/>
        <a:lstStyle/>
        <a:p>
          <a:endParaRPr lang="en-US"/>
        </a:p>
      </dgm:t>
    </dgm:pt>
    <dgm:pt modelId="{B8CCD614-79AB-409F-88CD-2969B780F42C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Cost Breakdown</a:t>
          </a:r>
          <a:endParaRPr lang="en-US" dirty="0"/>
        </a:p>
      </dgm:t>
    </dgm:pt>
    <dgm:pt modelId="{AA4E88AE-A560-40F9-9A2E-63EBCB98CDFC}" type="parTrans" cxnId="{85851F48-4387-4C4B-B494-3F1A3F1DF816}">
      <dgm:prSet/>
      <dgm:spPr/>
      <dgm:t>
        <a:bodyPr/>
        <a:lstStyle/>
        <a:p>
          <a:endParaRPr lang="en-US"/>
        </a:p>
      </dgm:t>
    </dgm:pt>
    <dgm:pt modelId="{8887B832-D961-4C13-9754-B2FE176F24B5}" type="sibTrans" cxnId="{85851F48-4387-4C4B-B494-3F1A3F1DF816}">
      <dgm:prSet/>
      <dgm:spPr/>
      <dgm:t>
        <a:bodyPr/>
        <a:lstStyle/>
        <a:p>
          <a:endParaRPr lang="en-US"/>
        </a:p>
      </dgm:t>
    </dgm:pt>
    <dgm:pt modelId="{28864E2D-699F-4901-A50C-515BE9980D3B}">
      <dgm:prSet phldrT="[Text]" phldr="0"/>
      <dgm:spPr/>
      <dgm:t>
        <a:bodyPr/>
        <a:lstStyle/>
        <a:p>
          <a:pPr rtl="0"/>
          <a:r>
            <a:rPr lang="en-US" dirty="0"/>
            <a:t>Sensors</a:t>
          </a:r>
          <a:r>
            <a:rPr lang="en-US" dirty="0">
              <a:latin typeface="Posterama"/>
            </a:rPr>
            <a:t>:</a:t>
          </a:r>
          <a:r>
            <a:rPr lang="en-US" dirty="0"/>
            <a:t>40%, Software: 30%, Maintenance: 30%.</a:t>
          </a:r>
        </a:p>
      </dgm:t>
    </dgm:pt>
    <dgm:pt modelId="{1869F193-1609-4EBF-9491-ED67BEF8C427}" type="parTrans" cxnId="{1732F22E-FFF3-4FB0-A881-FF28EBD61C81}">
      <dgm:prSet/>
      <dgm:spPr/>
      <dgm:t>
        <a:bodyPr/>
        <a:lstStyle/>
        <a:p>
          <a:endParaRPr lang="en-US"/>
        </a:p>
      </dgm:t>
    </dgm:pt>
    <dgm:pt modelId="{0A4857D5-AA36-49EF-90BD-939681D8D227}" type="sibTrans" cxnId="{1732F22E-FFF3-4FB0-A881-FF28EBD61C81}">
      <dgm:prSet/>
      <dgm:spPr/>
      <dgm:t>
        <a:bodyPr/>
        <a:lstStyle/>
        <a:p>
          <a:endParaRPr lang="en-US"/>
        </a:p>
      </dgm:t>
    </dgm:pt>
    <dgm:pt modelId="{B675600E-E8CF-412C-ADC2-5039C5550BD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ROI:</a:t>
          </a:r>
          <a:r>
            <a:rPr lang="en-US" dirty="0"/>
            <a:t> 12 months (vs. $150/pallet cost).</a:t>
          </a:r>
        </a:p>
      </dgm:t>
    </dgm:pt>
    <dgm:pt modelId="{A6723E61-E04B-40C9-B475-7E51E757321C}" type="parTrans" cxnId="{48342AAB-295D-4A8A-8F01-384AA4858A91}">
      <dgm:prSet/>
      <dgm:spPr/>
    </dgm:pt>
    <dgm:pt modelId="{DBFE62D0-D507-42BA-8C73-07CF1B2BD765}" type="sibTrans" cxnId="{48342AAB-295D-4A8A-8F01-384AA4858A91}">
      <dgm:prSet/>
      <dgm:spPr/>
    </dgm:pt>
    <dgm:pt modelId="{3E8B54A7-5BE6-45F5-AA2C-4D2716A1628F}" type="pres">
      <dgm:prSet presAssocID="{65F0A709-3787-443C-925E-3E630B42E031}" presName="linear" presStyleCnt="0">
        <dgm:presLayoutVars>
          <dgm:animLvl val="lvl"/>
          <dgm:resizeHandles val="exact"/>
        </dgm:presLayoutVars>
      </dgm:prSet>
      <dgm:spPr/>
    </dgm:pt>
    <dgm:pt modelId="{BA4A19CA-F007-4889-A9C5-BA253EEBB1EB}" type="pres">
      <dgm:prSet presAssocID="{2773EF22-F5C0-43A4-9E17-2034CF6432D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867D6C9-987C-42DB-8C0F-E547887F286B}" type="pres">
      <dgm:prSet presAssocID="{2773EF22-F5C0-43A4-9E17-2034CF6432D4}" presName="childText" presStyleLbl="revTx" presStyleIdx="0" presStyleCnt="2">
        <dgm:presLayoutVars>
          <dgm:bulletEnabled val="1"/>
        </dgm:presLayoutVars>
      </dgm:prSet>
      <dgm:spPr/>
    </dgm:pt>
    <dgm:pt modelId="{1C85670C-9003-41A8-BA51-E3A359AF1090}" type="pres">
      <dgm:prSet presAssocID="{B8CCD614-79AB-409F-88CD-2969B780F42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0F01FB-95B2-4F0C-A53B-8DDFAC9EB97B}" type="pres">
      <dgm:prSet presAssocID="{B8CCD614-79AB-409F-88CD-2969B780F42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732F22E-FFF3-4FB0-A881-FF28EBD61C81}" srcId="{B8CCD614-79AB-409F-88CD-2969B780F42C}" destId="{28864E2D-699F-4901-A50C-515BE9980D3B}" srcOrd="0" destOrd="0" parTransId="{1869F193-1609-4EBF-9491-ED67BEF8C427}" sibTransId="{0A4857D5-AA36-49EF-90BD-939681D8D227}"/>
    <dgm:cxn modelId="{435D3139-75B9-4A9A-861A-697010242D0D}" type="presOf" srcId="{B8CCD614-79AB-409F-88CD-2969B780F42C}" destId="{1C85670C-9003-41A8-BA51-E3A359AF1090}" srcOrd="0" destOrd="0" presId="urn:microsoft.com/office/officeart/2005/8/layout/vList2"/>
    <dgm:cxn modelId="{9AA54D65-4C47-43D2-B838-5E33467090B2}" type="presOf" srcId="{28864E2D-699F-4901-A50C-515BE9980D3B}" destId="{DA0F01FB-95B2-4F0C-A53B-8DDFAC9EB97B}" srcOrd="0" destOrd="0" presId="urn:microsoft.com/office/officeart/2005/8/layout/vList2"/>
    <dgm:cxn modelId="{8B99C166-46D8-4F0F-AE41-8E5943A383AA}" srcId="{65F0A709-3787-443C-925E-3E630B42E031}" destId="{2773EF22-F5C0-43A4-9E17-2034CF6432D4}" srcOrd="0" destOrd="0" parTransId="{66F15084-4726-4FC1-9F90-E6B68A890180}" sibTransId="{25DE75A1-8091-4731-AE58-9A986AC30E31}"/>
    <dgm:cxn modelId="{85851F48-4387-4C4B-B494-3F1A3F1DF816}" srcId="{65F0A709-3787-443C-925E-3E630B42E031}" destId="{B8CCD614-79AB-409F-88CD-2969B780F42C}" srcOrd="1" destOrd="0" parTransId="{AA4E88AE-A560-40F9-9A2E-63EBCB98CDFC}" sibTransId="{8887B832-D961-4C13-9754-B2FE176F24B5}"/>
    <dgm:cxn modelId="{48342AAB-295D-4A8A-8F01-384AA4858A91}" srcId="{2773EF22-F5C0-43A4-9E17-2034CF6432D4}" destId="{B675600E-E8CF-412C-ADC2-5039C5550BD0}" srcOrd="1" destOrd="0" parTransId="{A6723E61-E04B-40C9-B475-7E51E757321C}" sibTransId="{DBFE62D0-D507-42BA-8C73-07CF1B2BD765}"/>
    <dgm:cxn modelId="{0B9C34B4-09A8-43FC-A3F3-4BEE2CB6B10F}" type="presOf" srcId="{B675600E-E8CF-412C-ADC2-5039C5550BD0}" destId="{5867D6C9-987C-42DB-8C0F-E547887F286B}" srcOrd="0" destOrd="1" presId="urn:microsoft.com/office/officeart/2005/8/layout/vList2"/>
    <dgm:cxn modelId="{927404B9-87F3-4E63-9D90-121E0F970A11}" type="presOf" srcId="{65F0A709-3787-443C-925E-3E630B42E031}" destId="{3E8B54A7-5BE6-45F5-AA2C-4D2716A1628F}" srcOrd="0" destOrd="0" presId="urn:microsoft.com/office/officeart/2005/8/layout/vList2"/>
    <dgm:cxn modelId="{05B69FCC-AF13-464C-97F8-B20516F73BB7}" type="presOf" srcId="{2773EF22-F5C0-43A4-9E17-2034CF6432D4}" destId="{BA4A19CA-F007-4889-A9C5-BA253EEBB1EB}" srcOrd="0" destOrd="0" presId="urn:microsoft.com/office/officeart/2005/8/layout/vList2"/>
    <dgm:cxn modelId="{CC86F2F2-E6BF-4A07-8782-4E5A8B32B321}" srcId="{2773EF22-F5C0-43A4-9E17-2034CF6432D4}" destId="{6A2C4BBB-2689-4D6C-B539-EE260947B1E2}" srcOrd="0" destOrd="0" parTransId="{D6A346F8-3A52-41D6-B107-CF5E91042A53}" sibTransId="{7F46D8AF-9E01-41AD-89AD-B340C15C4352}"/>
    <dgm:cxn modelId="{108ABFFB-135F-4073-A138-D5D888B77490}" type="presOf" srcId="{6A2C4BBB-2689-4D6C-B539-EE260947B1E2}" destId="{5867D6C9-987C-42DB-8C0F-E547887F286B}" srcOrd="0" destOrd="0" presId="urn:microsoft.com/office/officeart/2005/8/layout/vList2"/>
    <dgm:cxn modelId="{1871106C-4757-4623-A8A5-BD877A376374}" type="presParOf" srcId="{3E8B54A7-5BE6-45F5-AA2C-4D2716A1628F}" destId="{BA4A19CA-F007-4889-A9C5-BA253EEBB1EB}" srcOrd="0" destOrd="0" presId="urn:microsoft.com/office/officeart/2005/8/layout/vList2"/>
    <dgm:cxn modelId="{7FAEEBDC-9494-4AEB-A6AA-7D380C067B65}" type="presParOf" srcId="{3E8B54A7-5BE6-45F5-AA2C-4D2716A1628F}" destId="{5867D6C9-987C-42DB-8C0F-E547887F286B}" srcOrd="1" destOrd="0" presId="urn:microsoft.com/office/officeart/2005/8/layout/vList2"/>
    <dgm:cxn modelId="{D79D93BD-93C7-4814-8B31-E73AB96DCCA1}" type="presParOf" srcId="{3E8B54A7-5BE6-45F5-AA2C-4D2716A1628F}" destId="{1C85670C-9003-41A8-BA51-E3A359AF1090}" srcOrd="2" destOrd="0" presId="urn:microsoft.com/office/officeart/2005/8/layout/vList2"/>
    <dgm:cxn modelId="{7E24F123-1740-4AE3-BEF8-CB752F972824}" type="presParOf" srcId="{3E8B54A7-5BE6-45F5-AA2C-4D2716A1628F}" destId="{DA0F01FB-95B2-4F0C-A53B-8DDFAC9EB97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5F0A709-3787-443C-925E-3E630B42E031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73EF22-F5C0-43A4-9E17-2034CF6432D4}">
      <dgm:prSet phldrT="[Text]" phldr="0"/>
      <dgm:spPr/>
      <dgm:t>
        <a:bodyPr/>
        <a:lstStyle/>
        <a:p>
          <a:r>
            <a:rPr lang="en-US" dirty="0">
              <a:latin typeface="Posterama"/>
            </a:rPr>
            <a:t>Savings</a:t>
          </a:r>
          <a:endParaRPr lang="en-US" dirty="0"/>
        </a:p>
      </dgm:t>
    </dgm:pt>
    <dgm:pt modelId="{66F15084-4726-4FC1-9F90-E6B68A890180}" type="parTrans" cxnId="{8B99C166-46D8-4F0F-AE41-8E5943A383AA}">
      <dgm:prSet/>
      <dgm:spPr/>
      <dgm:t>
        <a:bodyPr/>
        <a:lstStyle/>
        <a:p>
          <a:endParaRPr lang="en-US"/>
        </a:p>
      </dgm:t>
    </dgm:pt>
    <dgm:pt modelId="{25DE75A1-8091-4731-AE58-9A986AC30E31}" type="sibTrans" cxnId="{8B99C166-46D8-4F0F-AE41-8E5943A383AA}">
      <dgm:prSet/>
      <dgm:spPr/>
      <dgm:t>
        <a:bodyPr/>
        <a:lstStyle/>
        <a:p>
          <a:endParaRPr lang="en-US"/>
        </a:p>
      </dgm:t>
    </dgm:pt>
    <dgm:pt modelId="{6A2C4BBB-2689-4D6C-B539-EE260947B1E2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45000$/month: reduced pallet loss and billing recovery.</a:t>
          </a:r>
          <a:endParaRPr lang="en-US" dirty="0"/>
        </a:p>
      </dgm:t>
    </dgm:pt>
    <dgm:pt modelId="{D6A346F8-3A52-41D6-B107-CF5E91042A53}" type="parTrans" cxnId="{CC86F2F2-E6BF-4A07-8782-4E5A8B32B321}">
      <dgm:prSet/>
      <dgm:spPr/>
      <dgm:t>
        <a:bodyPr/>
        <a:lstStyle/>
        <a:p>
          <a:endParaRPr lang="en-US"/>
        </a:p>
      </dgm:t>
    </dgm:pt>
    <dgm:pt modelId="{7F46D8AF-9E01-41AD-89AD-B340C15C4352}" type="sibTrans" cxnId="{CC86F2F2-E6BF-4A07-8782-4E5A8B32B321}">
      <dgm:prSet/>
      <dgm:spPr/>
      <dgm:t>
        <a:bodyPr/>
        <a:lstStyle/>
        <a:p>
          <a:endParaRPr lang="en-US"/>
        </a:p>
      </dgm:t>
    </dgm:pt>
    <dgm:pt modelId="{B8CCD614-79AB-409F-88CD-2969B780F42C}">
      <dgm:prSet phldrT="[Text]" phldr="0"/>
      <dgm:spPr/>
      <dgm:t>
        <a:bodyPr/>
        <a:lstStyle/>
        <a:p>
          <a:pPr rtl="0"/>
          <a:r>
            <a:rPr lang="en-US" dirty="0">
              <a:latin typeface="Posterama"/>
            </a:rPr>
            <a:t>Cost Breakdown</a:t>
          </a:r>
          <a:endParaRPr lang="en-US" dirty="0"/>
        </a:p>
      </dgm:t>
    </dgm:pt>
    <dgm:pt modelId="{AA4E88AE-A560-40F9-9A2E-63EBCB98CDFC}" type="parTrans" cxnId="{85851F48-4387-4C4B-B494-3F1A3F1DF816}">
      <dgm:prSet/>
      <dgm:spPr/>
      <dgm:t>
        <a:bodyPr/>
        <a:lstStyle/>
        <a:p>
          <a:endParaRPr lang="en-US"/>
        </a:p>
      </dgm:t>
    </dgm:pt>
    <dgm:pt modelId="{8887B832-D961-4C13-9754-B2FE176F24B5}" type="sibTrans" cxnId="{85851F48-4387-4C4B-B494-3F1A3F1DF816}">
      <dgm:prSet/>
      <dgm:spPr/>
      <dgm:t>
        <a:bodyPr/>
        <a:lstStyle/>
        <a:p>
          <a:endParaRPr lang="en-US"/>
        </a:p>
      </dgm:t>
    </dgm:pt>
    <dgm:pt modelId="{28864E2D-699F-4901-A50C-515BE9980D3B}">
      <dgm:prSet phldrT="[Text]" phldr="0"/>
      <dgm:spPr/>
      <dgm:t>
        <a:bodyPr/>
        <a:lstStyle/>
        <a:p>
          <a:pPr rtl="0"/>
          <a:r>
            <a:rPr lang="en-US" dirty="0"/>
            <a:t>Sensors</a:t>
          </a:r>
          <a:r>
            <a:rPr lang="en-US" dirty="0">
              <a:latin typeface="Posterama"/>
            </a:rPr>
            <a:t>:</a:t>
          </a:r>
          <a:r>
            <a:rPr lang="en-US" dirty="0"/>
            <a:t>40%, Software: 30%, Maintenance: 30%.</a:t>
          </a:r>
        </a:p>
      </dgm:t>
    </dgm:pt>
    <dgm:pt modelId="{1869F193-1609-4EBF-9491-ED67BEF8C427}" type="parTrans" cxnId="{1732F22E-FFF3-4FB0-A881-FF28EBD61C81}">
      <dgm:prSet/>
      <dgm:spPr/>
      <dgm:t>
        <a:bodyPr/>
        <a:lstStyle/>
        <a:p>
          <a:endParaRPr lang="en-US"/>
        </a:p>
      </dgm:t>
    </dgm:pt>
    <dgm:pt modelId="{0A4857D5-AA36-49EF-90BD-939681D8D227}" type="sibTrans" cxnId="{1732F22E-FFF3-4FB0-A881-FF28EBD61C81}">
      <dgm:prSet/>
      <dgm:spPr/>
      <dgm:t>
        <a:bodyPr/>
        <a:lstStyle/>
        <a:p>
          <a:endParaRPr lang="en-US"/>
        </a:p>
      </dgm:t>
    </dgm:pt>
    <dgm:pt modelId="{B675600E-E8CF-412C-ADC2-5039C5550BD0}">
      <dgm:prSet phldr="0"/>
      <dgm:spPr/>
      <dgm:t>
        <a:bodyPr/>
        <a:lstStyle/>
        <a:p>
          <a:pPr rtl="0"/>
          <a:r>
            <a:rPr lang="en-US" dirty="0">
              <a:latin typeface="Posterama"/>
            </a:rPr>
            <a:t>ROI:</a:t>
          </a:r>
          <a:r>
            <a:rPr lang="en-US" dirty="0"/>
            <a:t> 12 months (vs. $150/pallet cost).</a:t>
          </a:r>
        </a:p>
      </dgm:t>
    </dgm:pt>
    <dgm:pt modelId="{A6723E61-E04B-40C9-B475-7E51E757321C}" type="parTrans" cxnId="{48342AAB-295D-4A8A-8F01-384AA4858A91}">
      <dgm:prSet/>
      <dgm:spPr/>
    </dgm:pt>
    <dgm:pt modelId="{DBFE62D0-D507-42BA-8C73-07CF1B2BD765}" type="sibTrans" cxnId="{48342AAB-295D-4A8A-8F01-384AA4858A91}">
      <dgm:prSet/>
      <dgm:spPr/>
    </dgm:pt>
    <dgm:pt modelId="{3E8B54A7-5BE6-45F5-AA2C-4D2716A1628F}" type="pres">
      <dgm:prSet presAssocID="{65F0A709-3787-443C-925E-3E630B42E031}" presName="linear" presStyleCnt="0">
        <dgm:presLayoutVars>
          <dgm:animLvl val="lvl"/>
          <dgm:resizeHandles val="exact"/>
        </dgm:presLayoutVars>
      </dgm:prSet>
      <dgm:spPr/>
    </dgm:pt>
    <dgm:pt modelId="{BA4A19CA-F007-4889-A9C5-BA253EEBB1EB}" type="pres">
      <dgm:prSet presAssocID="{2773EF22-F5C0-43A4-9E17-2034CF6432D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867D6C9-987C-42DB-8C0F-E547887F286B}" type="pres">
      <dgm:prSet presAssocID="{2773EF22-F5C0-43A4-9E17-2034CF6432D4}" presName="childText" presStyleLbl="revTx" presStyleIdx="0" presStyleCnt="2">
        <dgm:presLayoutVars>
          <dgm:bulletEnabled val="1"/>
        </dgm:presLayoutVars>
      </dgm:prSet>
      <dgm:spPr/>
    </dgm:pt>
    <dgm:pt modelId="{1C85670C-9003-41A8-BA51-E3A359AF1090}" type="pres">
      <dgm:prSet presAssocID="{B8CCD614-79AB-409F-88CD-2969B780F42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0F01FB-95B2-4F0C-A53B-8DDFAC9EB97B}" type="pres">
      <dgm:prSet presAssocID="{B8CCD614-79AB-409F-88CD-2969B780F42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732F22E-FFF3-4FB0-A881-FF28EBD61C81}" srcId="{B8CCD614-79AB-409F-88CD-2969B780F42C}" destId="{28864E2D-699F-4901-A50C-515BE9980D3B}" srcOrd="0" destOrd="0" parTransId="{1869F193-1609-4EBF-9491-ED67BEF8C427}" sibTransId="{0A4857D5-AA36-49EF-90BD-939681D8D227}"/>
    <dgm:cxn modelId="{435D3139-75B9-4A9A-861A-697010242D0D}" type="presOf" srcId="{B8CCD614-79AB-409F-88CD-2969B780F42C}" destId="{1C85670C-9003-41A8-BA51-E3A359AF1090}" srcOrd="0" destOrd="0" presId="urn:microsoft.com/office/officeart/2005/8/layout/vList2"/>
    <dgm:cxn modelId="{9AA54D65-4C47-43D2-B838-5E33467090B2}" type="presOf" srcId="{28864E2D-699F-4901-A50C-515BE9980D3B}" destId="{DA0F01FB-95B2-4F0C-A53B-8DDFAC9EB97B}" srcOrd="0" destOrd="0" presId="urn:microsoft.com/office/officeart/2005/8/layout/vList2"/>
    <dgm:cxn modelId="{8B99C166-46D8-4F0F-AE41-8E5943A383AA}" srcId="{65F0A709-3787-443C-925E-3E630B42E031}" destId="{2773EF22-F5C0-43A4-9E17-2034CF6432D4}" srcOrd="0" destOrd="0" parTransId="{66F15084-4726-4FC1-9F90-E6B68A890180}" sibTransId="{25DE75A1-8091-4731-AE58-9A986AC30E31}"/>
    <dgm:cxn modelId="{85851F48-4387-4C4B-B494-3F1A3F1DF816}" srcId="{65F0A709-3787-443C-925E-3E630B42E031}" destId="{B8CCD614-79AB-409F-88CD-2969B780F42C}" srcOrd="1" destOrd="0" parTransId="{AA4E88AE-A560-40F9-9A2E-63EBCB98CDFC}" sibTransId="{8887B832-D961-4C13-9754-B2FE176F24B5}"/>
    <dgm:cxn modelId="{48342AAB-295D-4A8A-8F01-384AA4858A91}" srcId="{2773EF22-F5C0-43A4-9E17-2034CF6432D4}" destId="{B675600E-E8CF-412C-ADC2-5039C5550BD0}" srcOrd="1" destOrd="0" parTransId="{A6723E61-E04B-40C9-B475-7E51E757321C}" sibTransId="{DBFE62D0-D507-42BA-8C73-07CF1B2BD765}"/>
    <dgm:cxn modelId="{0B9C34B4-09A8-43FC-A3F3-4BEE2CB6B10F}" type="presOf" srcId="{B675600E-E8CF-412C-ADC2-5039C5550BD0}" destId="{5867D6C9-987C-42DB-8C0F-E547887F286B}" srcOrd="0" destOrd="1" presId="urn:microsoft.com/office/officeart/2005/8/layout/vList2"/>
    <dgm:cxn modelId="{927404B9-87F3-4E63-9D90-121E0F970A11}" type="presOf" srcId="{65F0A709-3787-443C-925E-3E630B42E031}" destId="{3E8B54A7-5BE6-45F5-AA2C-4D2716A1628F}" srcOrd="0" destOrd="0" presId="urn:microsoft.com/office/officeart/2005/8/layout/vList2"/>
    <dgm:cxn modelId="{05B69FCC-AF13-464C-97F8-B20516F73BB7}" type="presOf" srcId="{2773EF22-F5C0-43A4-9E17-2034CF6432D4}" destId="{BA4A19CA-F007-4889-A9C5-BA253EEBB1EB}" srcOrd="0" destOrd="0" presId="urn:microsoft.com/office/officeart/2005/8/layout/vList2"/>
    <dgm:cxn modelId="{CC86F2F2-E6BF-4A07-8782-4E5A8B32B321}" srcId="{2773EF22-F5C0-43A4-9E17-2034CF6432D4}" destId="{6A2C4BBB-2689-4D6C-B539-EE260947B1E2}" srcOrd="0" destOrd="0" parTransId="{D6A346F8-3A52-41D6-B107-CF5E91042A53}" sibTransId="{7F46D8AF-9E01-41AD-89AD-B340C15C4352}"/>
    <dgm:cxn modelId="{108ABFFB-135F-4073-A138-D5D888B77490}" type="presOf" srcId="{6A2C4BBB-2689-4D6C-B539-EE260947B1E2}" destId="{5867D6C9-987C-42DB-8C0F-E547887F286B}" srcOrd="0" destOrd="0" presId="urn:microsoft.com/office/officeart/2005/8/layout/vList2"/>
    <dgm:cxn modelId="{1871106C-4757-4623-A8A5-BD877A376374}" type="presParOf" srcId="{3E8B54A7-5BE6-45F5-AA2C-4D2716A1628F}" destId="{BA4A19CA-F007-4889-A9C5-BA253EEBB1EB}" srcOrd="0" destOrd="0" presId="urn:microsoft.com/office/officeart/2005/8/layout/vList2"/>
    <dgm:cxn modelId="{7FAEEBDC-9494-4AEB-A6AA-7D380C067B65}" type="presParOf" srcId="{3E8B54A7-5BE6-45F5-AA2C-4D2716A1628F}" destId="{5867D6C9-987C-42DB-8C0F-E547887F286B}" srcOrd="1" destOrd="0" presId="urn:microsoft.com/office/officeart/2005/8/layout/vList2"/>
    <dgm:cxn modelId="{D79D93BD-93C7-4814-8B31-E73AB96DCCA1}" type="presParOf" srcId="{3E8B54A7-5BE6-45F5-AA2C-4D2716A1628F}" destId="{1C85670C-9003-41A8-BA51-E3A359AF1090}" srcOrd="2" destOrd="0" presId="urn:microsoft.com/office/officeart/2005/8/layout/vList2"/>
    <dgm:cxn modelId="{7E24F123-1740-4AE3-BEF8-CB752F972824}" type="presParOf" srcId="{3E8B54A7-5BE6-45F5-AA2C-4D2716A1628F}" destId="{DA0F01FB-95B2-4F0C-A53B-8DDFAC9EB97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D61E053-64C6-437A-B0F1-CFA1D8AD5DC9}" type="doc">
      <dgm:prSet loTypeId="urn:microsoft.com/office/officeart/2005/8/layout/hierarchy2" loCatId="hierarchy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97F33C6-6B88-471E-B082-3C037ADBE05C}">
      <dgm:prSet phldr="0"/>
      <dgm:spPr/>
      <dgm:t>
        <a:bodyPr/>
        <a:lstStyle/>
        <a:p>
          <a:pPr rtl="0"/>
          <a:r>
            <a:rPr lang="en-US" b="1" dirty="0"/>
            <a:t>30% reduction</a:t>
          </a:r>
          <a:r>
            <a:rPr lang="en-US" dirty="0"/>
            <a:t> in lost pallets.</a:t>
          </a:r>
          <a:endParaRPr lang="en-US" dirty="0">
            <a:latin typeface="Posterama"/>
          </a:endParaRPr>
        </a:p>
      </dgm:t>
    </dgm:pt>
    <dgm:pt modelId="{7EC6C250-64F4-4729-B208-0066AD767544}" type="parTrans" cxnId="{C25C03A0-1606-42FD-A40E-98C4F683C3E8}">
      <dgm:prSet/>
      <dgm:spPr/>
    </dgm:pt>
    <dgm:pt modelId="{2EC0F86B-BAA2-4035-89EE-AA316FD1AC0E}" type="sibTrans" cxnId="{C25C03A0-1606-42FD-A40E-98C4F683C3E8}">
      <dgm:prSet/>
      <dgm:spPr/>
    </dgm:pt>
    <dgm:pt modelId="{542672DF-F03C-4DAD-B88C-00EF897519AC}">
      <dgm:prSet phldr="0"/>
      <dgm:spPr/>
      <dgm:t>
        <a:bodyPr/>
        <a:lstStyle/>
        <a:p>
          <a:pPr rtl="0"/>
          <a:r>
            <a:rPr lang="en-US" b="1" dirty="0"/>
            <a:t>50% faster</a:t>
          </a:r>
          <a:r>
            <a:rPr lang="en-US" dirty="0"/>
            <a:t> interventions due to real-time alerts.</a:t>
          </a:r>
          <a:endParaRPr lang="en-US" dirty="0">
            <a:latin typeface="Posterama"/>
          </a:endParaRPr>
        </a:p>
      </dgm:t>
    </dgm:pt>
    <dgm:pt modelId="{9EF41026-1351-460A-865A-99774BFCC80A}" type="parTrans" cxnId="{0A5E7D94-67DF-4F34-B892-FA771796EF39}">
      <dgm:prSet/>
      <dgm:spPr/>
    </dgm:pt>
    <dgm:pt modelId="{F8BC2482-825A-4DFB-9E2F-007686F1F236}" type="sibTrans" cxnId="{0A5E7D94-67DF-4F34-B892-FA771796EF39}">
      <dgm:prSet/>
      <dgm:spPr/>
    </dgm:pt>
    <dgm:pt modelId="{6F6ACFC5-6021-499F-A49B-7118FE0030AC}">
      <dgm:prSet phldr="0"/>
      <dgm:spPr/>
      <dgm:t>
        <a:bodyPr/>
        <a:lstStyle/>
        <a:p>
          <a:pPr rtl="0"/>
          <a:r>
            <a:rPr lang="en-US" b="1" dirty="0"/>
            <a:t>$45,000/month</a:t>
          </a:r>
          <a:r>
            <a:rPr lang="en-US" dirty="0"/>
            <a:t> savings.</a:t>
          </a:r>
          <a:endParaRPr lang="en-US" dirty="0">
            <a:latin typeface="Posterama"/>
          </a:endParaRPr>
        </a:p>
      </dgm:t>
    </dgm:pt>
    <dgm:pt modelId="{22649BA1-8D63-46CE-A21F-E768EB0FDD66}" type="parTrans" cxnId="{50584E95-3A36-4833-A9E7-825EBF10D8E9}">
      <dgm:prSet/>
      <dgm:spPr/>
    </dgm:pt>
    <dgm:pt modelId="{E265A5A5-EFF2-45A1-A114-91D4D5E265F1}" type="sibTrans" cxnId="{50584E95-3A36-4833-A9E7-825EBF10D8E9}">
      <dgm:prSet/>
      <dgm:spPr/>
    </dgm:pt>
    <dgm:pt modelId="{AFC456C9-9EE1-4C13-8D54-889A58262FE5}" type="pres">
      <dgm:prSet presAssocID="{8D61E053-64C6-437A-B0F1-CFA1D8AD5DC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1F0CDF0-B07E-4202-9DD7-050921B924B7}" type="pres">
      <dgm:prSet presAssocID="{D97F33C6-6B88-471E-B082-3C037ADBE05C}" presName="root1" presStyleCnt="0"/>
      <dgm:spPr/>
    </dgm:pt>
    <dgm:pt modelId="{F39C2783-BBEA-429A-B131-7481F816638F}" type="pres">
      <dgm:prSet presAssocID="{D97F33C6-6B88-471E-B082-3C037ADBE05C}" presName="LevelOneTextNode" presStyleLbl="node0" presStyleIdx="0" presStyleCnt="3">
        <dgm:presLayoutVars>
          <dgm:chPref val="3"/>
        </dgm:presLayoutVars>
      </dgm:prSet>
      <dgm:spPr/>
    </dgm:pt>
    <dgm:pt modelId="{F99F1BC4-B142-482F-9878-ACDA97636CED}" type="pres">
      <dgm:prSet presAssocID="{D97F33C6-6B88-471E-B082-3C037ADBE05C}" presName="level2hierChild" presStyleCnt="0"/>
      <dgm:spPr/>
    </dgm:pt>
    <dgm:pt modelId="{83302CBB-1F3D-4FD7-92AA-9FB5FE40A822}" type="pres">
      <dgm:prSet presAssocID="{542672DF-F03C-4DAD-B88C-00EF897519AC}" presName="root1" presStyleCnt="0"/>
      <dgm:spPr/>
    </dgm:pt>
    <dgm:pt modelId="{5F9FC371-ECC1-4DF4-8119-38024DAD8A3F}" type="pres">
      <dgm:prSet presAssocID="{542672DF-F03C-4DAD-B88C-00EF897519AC}" presName="LevelOneTextNode" presStyleLbl="node0" presStyleIdx="1" presStyleCnt="3">
        <dgm:presLayoutVars>
          <dgm:chPref val="3"/>
        </dgm:presLayoutVars>
      </dgm:prSet>
      <dgm:spPr/>
    </dgm:pt>
    <dgm:pt modelId="{8F3B7970-280A-46BF-BF5D-F6F301678FBD}" type="pres">
      <dgm:prSet presAssocID="{542672DF-F03C-4DAD-B88C-00EF897519AC}" presName="level2hierChild" presStyleCnt="0"/>
      <dgm:spPr/>
    </dgm:pt>
    <dgm:pt modelId="{72A9BF40-F467-4782-BA11-5EF7D2B09949}" type="pres">
      <dgm:prSet presAssocID="{6F6ACFC5-6021-499F-A49B-7118FE0030AC}" presName="root1" presStyleCnt="0"/>
      <dgm:spPr/>
    </dgm:pt>
    <dgm:pt modelId="{8E506192-C5DC-4B7F-AAF3-FD2AE41B2F4E}" type="pres">
      <dgm:prSet presAssocID="{6F6ACFC5-6021-499F-A49B-7118FE0030AC}" presName="LevelOneTextNode" presStyleLbl="node0" presStyleIdx="2" presStyleCnt="3">
        <dgm:presLayoutVars>
          <dgm:chPref val="3"/>
        </dgm:presLayoutVars>
      </dgm:prSet>
      <dgm:spPr/>
    </dgm:pt>
    <dgm:pt modelId="{6A019E87-CFC0-42D8-B586-94575CA06C45}" type="pres">
      <dgm:prSet presAssocID="{6F6ACFC5-6021-499F-A49B-7118FE0030AC}" presName="level2hierChild" presStyleCnt="0"/>
      <dgm:spPr/>
    </dgm:pt>
  </dgm:ptLst>
  <dgm:cxnLst>
    <dgm:cxn modelId="{66A32A60-F971-4ADC-B28D-DB4389381967}" type="presOf" srcId="{542672DF-F03C-4DAD-B88C-00EF897519AC}" destId="{5F9FC371-ECC1-4DF4-8119-38024DAD8A3F}" srcOrd="0" destOrd="0" presId="urn:microsoft.com/office/officeart/2005/8/layout/hierarchy2"/>
    <dgm:cxn modelId="{5B84EA8F-EE81-4F86-869B-7C41EADC26DD}" type="presOf" srcId="{D97F33C6-6B88-471E-B082-3C037ADBE05C}" destId="{F39C2783-BBEA-429A-B131-7481F816638F}" srcOrd="0" destOrd="0" presId="urn:microsoft.com/office/officeart/2005/8/layout/hierarchy2"/>
    <dgm:cxn modelId="{0A5E7D94-67DF-4F34-B892-FA771796EF39}" srcId="{8D61E053-64C6-437A-B0F1-CFA1D8AD5DC9}" destId="{542672DF-F03C-4DAD-B88C-00EF897519AC}" srcOrd="1" destOrd="0" parTransId="{9EF41026-1351-460A-865A-99774BFCC80A}" sibTransId="{F8BC2482-825A-4DFB-9E2F-007686F1F236}"/>
    <dgm:cxn modelId="{50584E95-3A36-4833-A9E7-825EBF10D8E9}" srcId="{8D61E053-64C6-437A-B0F1-CFA1D8AD5DC9}" destId="{6F6ACFC5-6021-499F-A49B-7118FE0030AC}" srcOrd="2" destOrd="0" parTransId="{22649BA1-8D63-46CE-A21F-E768EB0FDD66}" sibTransId="{E265A5A5-EFF2-45A1-A114-91D4D5E265F1}"/>
    <dgm:cxn modelId="{B5EEC496-085F-4ACB-A338-368A76BBC9B6}" type="presOf" srcId="{6F6ACFC5-6021-499F-A49B-7118FE0030AC}" destId="{8E506192-C5DC-4B7F-AAF3-FD2AE41B2F4E}" srcOrd="0" destOrd="0" presId="urn:microsoft.com/office/officeart/2005/8/layout/hierarchy2"/>
    <dgm:cxn modelId="{C25C03A0-1606-42FD-A40E-98C4F683C3E8}" srcId="{8D61E053-64C6-437A-B0F1-CFA1D8AD5DC9}" destId="{D97F33C6-6B88-471E-B082-3C037ADBE05C}" srcOrd="0" destOrd="0" parTransId="{7EC6C250-64F4-4729-B208-0066AD767544}" sibTransId="{2EC0F86B-BAA2-4035-89EE-AA316FD1AC0E}"/>
    <dgm:cxn modelId="{FB8983E1-B1F1-4209-8BBC-336C4A77A005}" type="presOf" srcId="{8D61E053-64C6-437A-B0F1-CFA1D8AD5DC9}" destId="{AFC456C9-9EE1-4C13-8D54-889A58262FE5}" srcOrd="0" destOrd="0" presId="urn:microsoft.com/office/officeart/2005/8/layout/hierarchy2"/>
    <dgm:cxn modelId="{2AC9DE50-77B8-4F3F-B1F7-6FBF3119A825}" type="presParOf" srcId="{AFC456C9-9EE1-4C13-8D54-889A58262FE5}" destId="{D1F0CDF0-B07E-4202-9DD7-050921B924B7}" srcOrd="0" destOrd="0" presId="urn:microsoft.com/office/officeart/2005/8/layout/hierarchy2"/>
    <dgm:cxn modelId="{35DDDB04-2BF2-43B3-B5C2-6A162187EB78}" type="presParOf" srcId="{D1F0CDF0-B07E-4202-9DD7-050921B924B7}" destId="{F39C2783-BBEA-429A-B131-7481F816638F}" srcOrd="0" destOrd="0" presId="urn:microsoft.com/office/officeart/2005/8/layout/hierarchy2"/>
    <dgm:cxn modelId="{1BB328B4-440E-4E24-ADE4-979E71284607}" type="presParOf" srcId="{D1F0CDF0-B07E-4202-9DD7-050921B924B7}" destId="{F99F1BC4-B142-482F-9878-ACDA97636CED}" srcOrd="1" destOrd="0" presId="urn:microsoft.com/office/officeart/2005/8/layout/hierarchy2"/>
    <dgm:cxn modelId="{A2AFD0E8-9F8A-477B-813F-4B5BF1DBF995}" type="presParOf" srcId="{AFC456C9-9EE1-4C13-8D54-889A58262FE5}" destId="{83302CBB-1F3D-4FD7-92AA-9FB5FE40A822}" srcOrd="1" destOrd="0" presId="urn:microsoft.com/office/officeart/2005/8/layout/hierarchy2"/>
    <dgm:cxn modelId="{D669BDC0-11CF-48EA-B102-BF2793280CC5}" type="presParOf" srcId="{83302CBB-1F3D-4FD7-92AA-9FB5FE40A822}" destId="{5F9FC371-ECC1-4DF4-8119-38024DAD8A3F}" srcOrd="0" destOrd="0" presId="urn:microsoft.com/office/officeart/2005/8/layout/hierarchy2"/>
    <dgm:cxn modelId="{46D3DA1C-E07C-4827-B309-1B64CF9E1274}" type="presParOf" srcId="{83302CBB-1F3D-4FD7-92AA-9FB5FE40A822}" destId="{8F3B7970-280A-46BF-BF5D-F6F301678FBD}" srcOrd="1" destOrd="0" presId="urn:microsoft.com/office/officeart/2005/8/layout/hierarchy2"/>
    <dgm:cxn modelId="{A2727AD9-5F9E-4732-BA0A-A82BD249EDB9}" type="presParOf" srcId="{AFC456C9-9EE1-4C13-8D54-889A58262FE5}" destId="{72A9BF40-F467-4782-BA11-5EF7D2B09949}" srcOrd="2" destOrd="0" presId="urn:microsoft.com/office/officeart/2005/8/layout/hierarchy2"/>
    <dgm:cxn modelId="{C821AB79-0CDE-484B-B5BB-112C6CD0E525}" type="presParOf" srcId="{72A9BF40-F467-4782-BA11-5EF7D2B09949}" destId="{8E506192-C5DC-4B7F-AAF3-FD2AE41B2F4E}" srcOrd="0" destOrd="0" presId="urn:microsoft.com/office/officeart/2005/8/layout/hierarchy2"/>
    <dgm:cxn modelId="{EAF2C4C0-F643-417C-9724-2A878A209322}" type="presParOf" srcId="{72A9BF40-F467-4782-BA11-5EF7D2B09949}" destId="{6A019E87-CFC0-42D8-B586-94575CA06C4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D61E053-64C6-437A-B0F1-CFA1D8AD5DC9}" type="doc">
      <dgm:prSet loTypeId="urn:microsoft.com/office/officeart/2005/8/layout/hierarchy2" loCatId="hierarchy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97F33C6-6B88-471E-B082-3C037ADBE05C}">
      <dgm:prSet phldr="0"/>
      <dgm:spPr/>
      <dgm:t>
        <a:bodyPr/>
        <a:lstStyle/>
        <a:p>
          <a:pPr rtl="0"/>
          <a:r>
            <a:rPr lang="en-US" b="1" dirty="0"/>
            <a:t>30% reduction</a:t>
          </a:r>
          <a:r>
            <a:rPr lang="en-US" dirty="0"/>
            <a:t> in lost pallets.</a:t>
          </a:r>
          <a:endParaRPr lang="en-US" dirty="0">
            <a:latin typeface="Posterama"/>
          </a:endParaRPr>
        </a:p>
      </dgm:t>
    </dgm:pt>
    <dgm:pt modelId="{7EC6C250-64F4-4729-B208-0066AD767544}" type="parTrans" cxnId="{C25C03A0-1606-42FD-A40E-98C4F683C3E8}">
      <dgm:prSet/>
      <dgm:spPr/>
    </dgm:pt>
    <dgm:pt modelId="{2EC0F86B-BAA2-4035-89EE-AA316FD1AC0E}" type="sibTrans" cxnId="{C25C03A0-1606-42FD-A40E-98C4F683C3E8}">
      <dgm:prSet/>
      <dgm:spPr/>
    </dgm:pt>
    <dgm:pt modelId="{542672DF-F03C-4DAD-B88C-00EF897519AC}">
      <dgm:prSet phldr="0"/>
      <dgm:spPr/>
      <dgm:t>
        <a:bodyPr/>
        <a:lstStyle/>
        <a:p>
          <a:pPr rtl="0"/>
          <a:r>
            <a:rPr lang="en-US" b="1" dirty="0"/>
            <a:t>50% faster</a:t>
          </a:r>
          <a:r>
            <a:rPr lang="en-US" dirty="0"/>
            <a:t> interventions due to real-time alerts.</a:t>
          </a:r>
          <a:endParaRPr lang="en-US" dirty="0">
            <a:latin typeface="Posterama"/>
          </a:endParaRPr>
        </a:p>
      </dgm:t>
    </dgm:pt>
    <dgm:pt modelId="{9EF41026-1351-460A-865A-99774BFCC80A}" type="parTrans" cxnId="{0A5E7D94-67DF-4F34-B892-FA771796EF39}">
      <dgm:prSet/>
      <dgm:spPr/>
    </dgm:pt>
    <dgm:pt modelId="{F8BC2482-825A-4DFB-9E2F-007686F1F236}" type="sibTrans" cxnId="{0A5E7D94-67DF-4F34-B892-FA771796EF39}">
      <dgm:prSet/>
      <dgm:spPr/>
    </dgm:pt>
    <dgm:pt modelId="{6F6ACFC5-6021-499F-A49B-7118FE0030AC}">
      <dgm:prSet phldr="0"/>
      <dgm:spPr/>
      <dgm:t>
        <a:bodyPr/>
        <a:lstStyle/>
        <a:p>
          <a:pPr rtl="0"/>
          <a:r>
            <a:rPr lang="en-US" b="1" dirty="0"/>
            <a:t>$45,000/month</a:t>
          </a:r>
          <a:r>
            <a:rPr lang="en-US" dirty="0"/>
            <a:t> savings.</a:t>
          </a:r>
          <a:endParaRPr lang="en-US" dirty="0">
            <a:latin typeface="Posterama"/>
          </a:endParaRPr>
        </a:p>
      </dgm:t>
    </dgm:pt>
    <dgm:pt modelId="{22649BA1-8D63-46CE-A21F-E768EB0FDD66}" type="parTrans" cxnId="{50584E95-3A36-4833-A9E7-825EBF10D8E9}">
      <dgm:prSet/>
      <dgm:spPr/>
    </dgm:pt>
    <dgm:pt modelId="{E265A5A5-EFF2-45A1-A114-91D4D5E265F1}" type="sibTrans" cxnId="{50584E95-3A36-4833-A9E7-825EBF10D8E9}">
      <dgm:prSet/>
      <dgm:spPr/>
    </dgm:pt>
    <dgm:pt modelId="{AFC456C9-9EE1-4C13-8D54-889A58262FE5}" type="pres">
      <dgm:prSet presAssocID="{8D61E053-64C6-437A-B0F1-CFA1D8AD5DC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1F0CDF0-B07E-4202-9DD7-050921B924B7}" type="pres">
      <dgm:prSet presAssocID="{D97F33C6-6B88-471E-B082-3C037ADBE05C}" presName="root1" presStyleCnt="0"/>
      <dgm:spPr/>
    </dgm:pt>
    <dgm:pt modelId="{F39C2783-BBEA-429A-B131-7481F816638F}" type="pres">
      <dgm:prSet presAssocID="{D97F33C6-6B88-471E-B082-3C037ADBE05C}" presName="LevelOneTextNode" presStyleLbl="node0" presStyleIdx="0" presStyleCnt="3">
        <dgm:presLayoutVars>
          <dgm:chPref val="3"/>
        </dgm:presLayoutVars>
      </dgm:prSet>
      <dgm:spPr/>
    </dgm:pt>
    <dgm:pt modelId="{F99F1BC4-B142-482F-9878-ACDA97636CED}" type="pres">
      <dgm:prSet presAssocID="{D97F33C6-6B88-471E-B082-3C037ADBE05C}" presName="level2hierChild" presStyleCnt="0"/>
      <dgm:spPr/>
    </dgm:pt>
    <dgm:pt modelId="{83302CBB-1F3D-4FD7-92AA-9FB5FE40A822}" type="pres">
      <dgm:prSet presAssocID="{542672DF-F03C-4DAD-B88C-00EF897519AC}" presName="root1" presStyleCnt="0"/>
      <dgm:spPr/>
    </dgm:pt>
    <dgm:pt modelId="{5F9FC371-ECC1-4DF4-8119-38024DAD8A3F}" type="pres">
      <dgm:prSet presAssocID="{542672DF-F03C-4DAD-B88C-00EF897519AC}" presName="LevelOneTextNode" presStyleLbl="node0" presStyleIdx="1" presStyleCnt="3">
        <dgm:presLayoutVars>
          <dgm:chPref val="3"/>
        </dgm:presLayoutVars>
      </dgm:prSet>
      <dgm:spPr/>
    </dgm:pt>
    <dgm:pt modelId="{8F3B7970-280A-46BF-BF5D-F6F301678FBD}" type="pres">
      <dgm:prSet presAssocID="{542672DF-F03C-4DAD-B88C-00EF897519AC}" presName="level2hierChild" presStyleCnt="0"/>
      <dgm:spPr/>
    </dgm:pt>
    <dgm:pt modelId="{72A9BF40-F467-4782-BA11-5EF7D2B09949}" type="pres">
      <dgm:prSet presAssocID="{6F6ACFC5-6021-499F-A49B-7118FE0030AC}" presName="root1" presStyleCnt="0"/>
      <dgm:spPr/>
    </dgm:pt>
    <dgm:pt modelId="{8E506192-C5DC-4B7F-AAF3-FD2AE41B2F4E}" type="pres">
      <dgm:prSet presAssocID="{6F6ACFC5-6021-499F-A49B-7118FE0030AC}" presName="LevelOneTextNode" presStyleLbl="node0" presStyleIdx="2" presStyleCnt="3">
        <dgm:presLayoutVars>
          <dgm:chPref val="3"/>
        </dgm:presLayoutVars>
      </dgm:prSet>
      <dgm:spPr/>
    </dgm:pt>
    <dgm:pt modelId="{6A019E87-CFC0-42D8-B586-94575CA06C45}" type="pres">
      <dgm:prSet presAssocID="{6F6ACFC5-6021-499F-A49B-7118FE0030AC}" presName="level2hierChild" presStyleCnt="0"/>
      <dgm:spPr/>
    </dgm:pt>
  </dgm:ptLst>
  <dgm:cxnLst>
    <dgm:cxn modelId="{66A32A60-F971-4ADC-B28D-DB4389381967}" type="presOf" srcId="{542672DF-F03C-4DAD-B88C-00EF897519AC}" destId="{5F9FC371-ECC1-4DF4-8119-38024DAD8A3F}" srcOrd="0" destOrd="0" presId="urn:microsoft.com/office/officeart/2005/8/layout/hierarchy2"/>
    <dgm:cxn modelId="{5B84EA8F-EE81-4F86-869B-7C41EADC26DD}" type="presOf" srcId="{D97F33C6-6B88-471E-B082-3C037ADBE05C}" destId="{F39C2783-BBEA-429A-B131-7481F816638F}" srcOrd="0" destOrd="0" presId="urn:microsoft.com/office/officeart/2005/8/layout/hierarchy2"/>
    <dgm:cxn modelId="{0A5E7D94-67DF-4F34-B892-FA771796EF39}" srcId="{8D61E053-64C6-437A-B0F1-CFA1D8AD5DC9}" destId="{542672DF-F03C-4DAD-B88C-00EF897519AC}" srcOrd="1" destOrd="0" parTransId="{9EF41026-1351-460A-865A-99774BFCC80A}" sibTransId="{F8BC2482-825A-4DFB-9E2F-007686F1F236}"/>
    <dgm:cxn modelId="{50584E95-3A36-4833-A9E7-825EBF10D8E9}" srcId="{8D61E053-64C6-437A-B0F1-CFA1D8AD5DC9}" destId="{6F6ACFC5-6021-499F-A49B-7118FE0030AC}" srcOrd="2" destOrd="0" parTransId="{22649BA1-8D63-46CE-A21F-E768EB0FDD66}" sibTransId="{E265A5A5-EFF2-45A1-A114-91D4D5E265F1}"/>
    <dgm:cxn modelId="{B5EEC496-085F-4ACB-A338-368A76BBC9B6}" type="presOf" srcId="{6F6ACFC5-6021-499F-A49B-7118FE0030AC}" destId="{8E506192-C5DC-4B7F-AAF3-FD2AE41B2F4E}" srcOrd="0" destOrd="0" presId="urn:microsoft.com/office/officeart/2005/8/layout/hierarchy2"/>
    <dgm:cxn modelId="{C25C03A0-1606-42FD-A40E-98C4F683C3E8}" srcId="{8D61E053-64C6-437A-B0F1-CFA1D8AD5DC9}" destId="{D97F33C6-6B88-471E-B082-3C037ADBE05C}" srcOrd="0" destOrd="0" parTransId="{7EC6C250-64F4-4729-B208-0066AD767544}" sibTransId="{2EC0F86B-BAA2-4035-89EE-AA316FD1AC0E}"/>
    <dgm:cxn modelId="{FB8983E1-B1F1-4209-8BBC-336C4A77A005}" type="presOf" srcId="{8D61E053-64C6-437A-B0F1-CFA1D8AD5DC9}" destId="{AFC456C9-9EE1-4C13-8D54-889A58262FE5}" srcOrd="0" destOrd="0" presId="urn:microsoft.com/office/officeart/2005/8/layout/hierarchy2"/>
    <dgm:cxn modelId="{2AC9DE50-77B8-4F3F-B1F7-6FBF3119A825}" type="presParOf" srcId="{AFC456C9-9EE1-4C13-8D54-889A58262FE5}" destId="{D1F0CDF0-B07E-4202-9DD7-050921B924B7}" srcOrd="0" destOrd="0" presId="urn:microsoft.com/office/officeart/2005/8/layout/hierarchy2"/>
    <dgm:cxn modelId="{35DDDB04-2BF2-43B3-B5C2-6A162187EB78}" type="presParOf" srcId="{D1F0CDF0-B07E-4202-9DD7-050921B924B7}" destId="{F39C2783-BBEA-429A-B131-7481F816638F}" srcOrd="0" destOrd="0" presId="urn:microsoft.com/office/officeart/2005/8/layout/hierarchy2"/>
    <dgm:cxn modelId="{1BB328B4-440E-4E24-ADE4-979E71284607}" type="presParOf" srcId="{D1F0CDF0-B07E-4202-9DD7-050921B924B7}" destId="{F99F1BC4-B142-482F-9878-ACDA97636CED}" srcOrd="1" destOrd="0" presId="urn:microsoft.com/office/officeart/2005/8/layout/hierarchy2"/>
    <dgm:cxn modelId="{A2AFD0E8-9F8A-477B-813F-4B5BF1DBF995}" type="presParOf" srcId="{AFC456C9-9EE1-4C13-8D54-889A58262FE5}" destId="{83302CBB-1F3D-4FD7-92AA-9FB5FE40A822}" srcOrd="1" destOrd="0" presId="urn:microsoft.com/office/officeart/2005/8/layout/hierarchy2"/>
    <dgm:cxn modelId="{D669BDC0-11CF-48EA-B102-BF2793280CC5}" type="presParOf" srcId="{83302CBB-1F3D-4FD7-92AA-9FB5FE40A822}" destId="{5F9FC371-ECC1-4DF4-8119-38024DAD8A3F}" srcOrd="0" destOrd="0" presId="urn:microsoft.com/office/officeart/2005/8/layout/hierarchy2"/>
    <dgm:cxn modelId="{46D3DA1C-E07C-4827-B309-1B64CF9E1274}" type="presParOf" srcId="{83302CBB-1F3D-4FD7-92AA-9FB5FE40A822}" destId="{8F3B7970-280A-46BF-BF5D-F6F301678FBD}" srcOrd="1" destOrd="0" presId="urn:microsoft.com/office/officeart/2005/8/layout/hierarchy2"/>
    <dgm:cxn modelId="{A2727AD9-5F9E-4732-BA0A-A82BD249EDB9}" type="presParOf" srcId="{AFC456C9-9EE1-4C13-8D54-889A58262FE5}" destId="{72A9BF40-F467-4782-BA11-5EF7D2B09949}" srcOrd="2" destOrd="0" presId="urn:microsoft.com/office/officeart/2005/8/layout/hierarchy2"/>
    <dgm:cxn modelId="{C821AB79-0CDE-484B-B5BB-112C6CD0E525}" type="presParOf" srcId="{72A9BF40-F467-4782-BA11-5EF7D2B09949}" destId="{8E506192-C5DC-4B7F-AAF3-FD2AE41B2F4E}" srcOrd="0" destOrd="0" presId="urn:microsoft.com/office/officeart/2005/8/layout/hierarchy2"/>
    <dgm:cxn modelId="{EAF2C4C0-F643-417C-9724-2A878A209322}" type="presParOf" srcId="{72A9BF40-F467-4782-BA11-5EF7D2B09949}" destId="{6A019E87-CFC0-42D8-B586-94575CA06C4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7D0FF-FA86-4624-8CFC-29E53BA7ADF3}">
      <dsp:nvSpPr>
        <dsp:cNvPr id="0" name=""/>
        <dsp:cNvSpPr/>
      </dsp:nvSpPr>
      <dsp:spPr>
        <a:xfrm rot="5400000">
          <a:off x="-1339559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971E2F-D7F7-46A4-96D7-423B5E2781AA}">
      <dsp:nvSpPr>
        <dsp:cNvPr id="0" name=""/>
        <dsp:cNvSpPr/>
      </dsp:nvSpPr>
      <dsp:spPr>
        <a:xfrm>
          <a:off x="2144" y="4140258"/>
          <a:ext cx="2286549" cy="955444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 Historical routes (10,000+ entries) + real-time pallet pings (500+ active).</a:t>
          </a:r>
          <a:endParaRPr lang="en-US" sz="1300" b="1" kern="1200" dirty="0"/>
        </a:p>
      </dsp:txBody>
      <dsp:txXfrm>
        <a:off x="2144" y="4140258"/>
        <a:ext cx="2167119" cy="955444"/>
      </dsp:txXfrm>
    </dsp:sp>
    <dsp:sp modelId="{D5A629D3-019D-4873-8E62-7357BEFA039B}">
      <dsp:nvSpPr>
        <dsp:cNvPr id="0" name=""/>
        <dsp:cNvSpPr/>
      </dsp:nvSpPr>
      <dsp:spPr>
        <a:xfrm>
          <a:off x="185068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Data Collection</a:t>
          </a:r>
          <a:endParaRPr lang="en-US" sz="1300" kern="1200" dirty="0"/>
        </a:p>
      </dsp:txBody>
      <dsp:txXfrm>
        <a:off x="185068" y="1383679"/>
        <a:ext cx="1856678" cy="2229551"/>
      </dsp:txXfrm>
    </dsp:sp>
    <dsp:sp modelId="{C7EB3A87-F8E1-4A02-8F7E-FB4E3FE3C5DF}">
      <dsp:nvSpPr>
        <dsp:cNvPr id="0" name=""/>
        <dsp:cNvSpPr/>
      </dsp:nvSpPr>
      <dsp:spPr>
        <a:xfrm rot="5400000">
          <a:off x="832662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989E46-A736-4B8D-B64C-24EFF51E9C75}">
      <dsp:nvSpPr>
        <dsp:cNvPr id="0" name=""/>
        <dsp:cNvSpPr/>
      </dsp:nvSpPr>
      <dsp:spPr>
        <a:xfrm>
          <a:off x="2174366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 Clean duplicates (5% data removed), geohash GPS coordinates.</a:t>
          </a:r>
        </a:p>
      </dsp:txBody>
      <dsp:txXfrm>
        <a:off x="2413227" y="4140258"/>
        <a:ext cx="1808827" cy="955444"/>
      </dsp:txXfrm>
    </dsp:sp>
    <dsp:sp modelId="{DADB931D-9CF1-4F47-84AB-D7112FDABF8E}">
      <dsp:nvSpPr>
        <dsp:cNvPr id="0" name=""/>
        <dsp:cNvSpPr/>
      </dsp:nvSpPr>
      <dsp:spPr>
        <a:xfrm>
          <a:off x="2357290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Preprocessing</a:t>
          </a:r>
          <a:endParaRPr lang="en-US" sz="1300" kern="1200" dirty="0"/>
        </a:p>
      </dsp:txBody>
      <dsp:txXfrm>
        <a:off x="2357290" y="1383679"/>
        <a:ext cx="1856678" cy="2229551"/>
      </dsp:txXfrm>
    </dsp:sp>
    <dsp:sp modelId="{19D13DB8-19D1-4876-8787-4691021C6352}">
      <dsp:nvSpPr>
        <dsp:cNvPr id="0" name=""/>
        <dsp:cNvSpPr/>
      </dsp:nvSpPr>
      <dsp:spPr>
        <a:xfrm rot="5400000">
          <a:off x="3004884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559C7B-0283-4493-8973-48281FC8794D}">
      <dsp:nvSpPr>
        <dsp:cNvPr id="0" name=""/>
        <dsp:cNvSpPr/>
      </dsp:nvSpPr>
      <dsp:spPr>
        <a:xfrm>
          <a:off x="4346588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 Group pallets using DBSCAN (density-based clustering).</a:t>
          </a:r>
        </a:p>
      </dsp:txBody>
      <dsp:txXfrm>
        <a:off x="4585449" y="4140258"/>
        <a:ext cx="1808827" cy="955444"/>
      </dsp:txXfrm>
    </dsp:sp>
    <dsp:sp modelId="{C72A7B36-4EF6-4681-A802-DBC7A946D806}">
      <dsp:nvSpPr>
        <dsp:cNvPr id="0" name=""/>
        <dsp:cNvSpPr/>
      </dsp:nvSpPr>
      <dsp:spPr>
        <a:xfrm>
          <a:off x="4529512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Clustering</a:t>
          </a:r>
          <a:endParaRPr lang="en-US" sz="1300" kern="1200" dirty="0"/>
        </a:p>
      </dsp:txBody>
      <dsp:txXfrm>
        <a:off x="4529512" y="1383679"/>
        <a:ext cx="1856678" cy="2229551"/>
      </dsp:txXfrm>
    </dsp:sp>
    <dsp:sp modelId="{45B2B777-8365-4229-B8E5-CEEB27749E3D}">
      <dsp:nvSpPr>
        <dsp:cNvPr id="0" name=""/>
        <dsp:cNvSpPr/>
      </dsp:nvSpPr>
      <dsp:spPr>
        <a:xfrm rot="5400000">
          <a:off x="5177106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BE2262-13C6-4C40-B0E9-C40EF7FB9C7B}">
      <dsp:nvSpPr>
        <dsp:cNvPr id="0" name=""/>
        <dsp:cNvSpPr/>
      </dsp:nvSpPr>
      <dsp:spPr>
        <a:xfrm>
          <a:off x="6518810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 </a:t>
          </a:r>
          <a:r>
            <a:rPr lang="en-US" sz="1300" b="0" kern="1200" dirty="0">
              <a:latin typeface="Posterama"/>
            </a:rPr>
            <a:t>HMM </a:t>
          </a:r>
          <a:r>
            <a:rPr lang="en-US" sz="1300" b="0" kern="1200" dirty="0"/>
            <a:t>(92% accuracy) to flag off-route pallets.</a:t>
          </a:r>
          <a:endParaRPr lang="en-US" sz="1300" b="1" kern="1200" dirty="0">
            <a:latin typeface="Posterama"/>
          </a:endParaRPr>
        </a:p>
      </dsp:txBody>
      <dsp:txXfrm>
        <a:off x="6757671" y="4140258"/>
        <a:ext cx="1808827" cy="955444"/>
      </dsp:txXfrm>
    </dsp:sp>
    <dsp:sp modelId="{9E9C7F9D-5B5C-4946-8558-4225ADF4A14A}">
      <dsp:nvSpPr>
        <dsp:cNvPr id="0" name=""/>
        <dsp:cNvSpPr/>
      </dsp:nvSpPr>
      <dsp:spPr>
        <a:xfrm>
          <a:off x="6701734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Anomaly Detection</a:t>
          </a:r>
          <a:endParaRPr lang="en-US" sz="1300" b="1" kern="1200" dirty="0">
            <a:latin typeface="Posterama"/>
          </a:endParaRPr>
        </a:p>
      </dsp:txBody>
      <dsp:txXfrm>
        <a:off x="6701734" y="1383679"/>
        <a:ext cx="1856678" cy="2229551"/>
      </dsp:txXfrm>
    </dsp:sp>
    <dsp:sp modelId="{51BDC843-FECB-417B-9F1B-C9B231449718}">
      <dsp:nvSpPr>
        <dsp:cNvPr id="0" name=""/>
        <dsp:cNvSpPr/>
      </dsp:nvSpPr>
      <dsp:spPr>
        <a:xfrm rot="5400000">
          <a:off x="7349328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3E8150-4993-4D12-B701-1928A25A8048}">
      <dsp:nvSpPr>
        <dsp:cNvPr id="0" name=""/>
        <dsp:cNvSpPr/>
      </dsp:nvSpPr>
      <dsp:spPr>
        <a:xfrm>
          <a:off x="8691032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Kalman Filter for location interpolation (500m accuracy).</a:t>
          </a:r>
          <a:endParaRPr lang="en-US" sz="1300" b="1" kern="1200" dirty="0">
            <a:latin typeface="Posterama"/>
          </a:endParaRPr>
        </a:p>
      </dsp:txBody>
      <dsp:txXfrm>
        <a:off x="8929893" y="4140258"/>
        <a:ext cx="1808827" cy="955444"/>
      </dsp:txXfrm>
    </dsp:sp>
    <dsp:sp modelId="{AC936FE7-88E3-4807-B5E2-582B93F7C7F8}">
      <dsp:nvSpPr>
        <dsp:cNvPr id="0" name=""/>
        <dsp:cNvSpPr/>
      </dsp:nvSpPr>
      <dsp:spPr>
        <a:xfrm>
          <a:off x="8873956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Predictive Tracking</a:t>
          </a:r>
          <a:endParaRPr lang="en-US" sz="1300" b="1" kern="1200" dirty="0">
            <a:latin typeface="Posterama"/>
          </a:endParaRPr>
        </a:p>
      </dsp:txBody>
      <dsp:txXfrm>
        <a:off x="8873956" y="1383679"/>
        <a:ext cx="1856678" cy="22295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7D0FF-FA86-4624-8CFC-29E53BA7ADF3}">
      <dsp:nvSpPr>
        <dsp:cNvPr id="0" name=""/>
        <dsp:cNvSpPr/>
      </dsp:nvSpPr>
      <dsp:spPr>
        <a:xfrm rot="5400000">
          <a:off x="-1339559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971E2F-D7F7-46A4-96D7-423B5E2781AA}">
      <dsp:nvSpPr>
        <dsp:cNvPr id="0" name=""/>
        <dsp:cNvSpPr/>
      </dsp:nvSpPr>
      <dsp:spPr>
        <a:xfrm>
          <a:off x="2144" y="4140258"/>
          <a:ext cx="2286549" cy="955444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 Historical routes (10,000+ entries) + real-time pallet pings (500+ active).</a:t>
          </a:r>
          <a:endParaRPr lang="en-US" sz="1300" b="1" kern="1200" dirty="0"/>
        </a:p>
      </dsp:txBody>
      <dsp:txXfrm>
        <a:off x="2144" y="4140258"/>
        <a:ext cx="2167119" cy="955444"/>
      </dsp:txXfrm>
    </dsp:sp>
    <dsp:sp modelId="{D5A629D3-019D-4873-8E62-7357BEFA039B}">
      <dsp:nvSpPr>
        <dsp:cNvPr id="0" name=""/>
        <dsp:cNvSpPr/>
      </dsp:nvSpPr>
      <dsp:spPr>
        <a:xfrm>
          <a:off x="185068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Data Collection</a:t>
          </a:r>
          <a:endParaRPr lang="en-US" sz="1300" kern="1200" dirty="0"/>
        </a:p>
      </dsp:txBody>
      <dsp:txXfrm>
        <a:off x="185068" y="1383679"/>
        <a:ext cx="1856678" cy="2229551"/>
      </dsp:txXfrm>
    </dsp:sp>
    <dsp:sp modelId="{C7EB3A87-F8E1-4A02-8F7E-FB4E3FE3C5DF}">
      <dsp:nvSpPr>
        <dsp:cNvPr id="0" name=""/>
        <dsp:cNvSpPr/>
      </dsp:nvSpPr>
      <dsp:spPr>
        <a:xfrm rot="5400000">
          <a:off x="832662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989E46-A736-4B8D-B64C-24EFF51E9C75}">
      <dsp:nvSpPr>
        <dsp:cNvPr id="0" name=""/>
        <dsp:cNvSpPr/>
      </dsp:nvSpPr>
      <dsp:spPr>
        <a:xfrm>
          <a:off x="2174366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 Clean duplicates (5% data removed), geohash GPS coordinates.</a:t>
          </a:r>
        </a:p>
      </dsp:txBody>
      <dsp:txXfrm>
        <a:off x="2413227" y="4140258"/>
        <a:ext cx="1808827" cy="955444"/>
      </dsp:txXfrm>
    </dsp:sp>
    <dsp:sp modelId="{DADB931D-9CF1-4F47-84AB-D7112FDABF8E}">
      <dsp:nvSpPr>
        <dsp:cNvPr id="0" name=""/>
        <dsp:cNvSpPr/>
      </dsp:nvSpPr>
      <dsp:spPr>
        <a:xfrm>
          <a:off x="2357290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Preprocessing</a:t>
          </a:r>
          <a:endParaRPr lang="en-US" sz="1300" kern="1200" dirty="0"/>
        </a:p>
      </dsp:txBody>
      <dsp:txXfrm>
        <a:off x="2357290" y="1383679"/>
        <a:ext cx="1856678" cy="2229551"/>
      </dsp:txXfrm>
    </dsp:sp>
    <dsp:sp modelId="{19D13DB8-19D1-4876-8787-4691021C6352}">
      <dsp:nvSpPr>
        <dsp:cNvPr id="0" name=""/>
        <dsp:cNvSpPr/>
      </dsp:nvSpPr>
      <dsp:spPr>
        <a:xfrm rot="5400000">
          <a:off x="3004884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559C7B-0283-4493-8973-48281FC8794D}">
      <dsp:nvSpPr>
        <dsp:cNvPr id="0" name=""/>
        <dsp:cNvSpPr/>
      </dsp:nvSpPr>
      <dsp:spPr>
        <a:xfrm>
          <a:off x="4346588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 Group pallets using DBSCAN (density-based clustering).</a:t>
          </a:r>
        </a:p>
      </dsp:txBody>
      <dsp:txXfrm>
        <a:off x="4585449" y="4140258"/>
        <a:ext cx="1808827" cy="955444"/>
      </dsp:txXfrm>
    </dsp:sp>
    <dsp:sp modelId="{C72A7B36-4EF6-4681-A802-DBC7A946D806}">
      <dsp:nvSpPr>
        <dsp:cNvPr id="0" name=""/>
        <dsp:cNvSpPr/>
      </dsp:nvSpPr>
      <dsp:spPr>
        <a:xfrm>
          <a:off x="4529512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Clustering</a:t>
          </a:r>
          <a:endParaRPr lang="en-US" sz="1300" kern="1200" dirty="0"/>
        </a:p>
      </dsp:txBody>
      <dsp:txXfrm>
        <a:off x="4529512" y="1383679"/>
        <a:ext cx="1856678" cy="2229551"/>
      </dsp:txXfrm>
    </dsp:sp>
    <dsp:sp modelId="{45B2B777-8365-4229-B8E5-CEEB27749E3D}">
      <dsp:nvSpPr>
        <dsp:cNvPr id="0" name=""/>
        <dsp:cNvSpPr/>
      </dsp:nvSpPr>
      <dsp:spPr>
        <a:xfrm rot="5400000">
          <a:off x="5177106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BE2262-13C6-4C40-B0E9-C40EF7FB9C7B}">
      <dsp:nvSpPr>
        <dsp:cNvPr id="0" name=""/>
        <dsp:cNvSpPr/>
      </dsp:nvSpPr>
      <dsp:spPr>
        <a:xfrm>
          <a:off x="6518810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 Isolation Forest (92% accuracy) to flag off-route pallets.</a:t>
          </a:r>
          <a:endParaRPr lang="en-US" sz="1300" b="1" kern="1200" dirty="0">
            <a:latin typeface="Posterama"/>
          </a:endParaRPr>
        </a:p>
      </dsp:txBody>
      <dsp:txXfrm>
        <a:off x="6757671" y="4140258"/>
        <a:ext cx="1808827" cy="955444"/>
      </dsp:txXfrm>
    </dsp:sp>
    <dsp:sp modelId="{9E9C7F9D-5B5C-4946-8558-4225ADF4A14A}">
      <dsp:nvSpPr>
        <dsp:cNvPr id="0" name=""/>
        <dsp:cNvSpPr/>
      </dsp:nvSpPr>
      <dsp:spPr>
        <a:xfrm>
          <a:off x="6701734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Anomaly Detection</a:t>
          </a:r>
          <a:endParaRPr lang="en-US" sz="1300" b="1" kern="1200" dirty="0">
            <a:latin typeface="Posterama"/>
          </a:endParaRPr>
        </a:p>
      </dsp:txBody>
      <dsp:txXfrm>
        <a:off x="6701734" y="1383679"/>
        <a:ext cx="1856678" cy="2229551"/>
      </dsp:txXfrm>
    </dsp:sp>
    <dsp:sp modelId="{51BDC843-FECB-417B-9F1B-C9B231449718}">
      <dsp:nvSpPr>
        <dsp:cNvPr id="0" name=""/>
        <dsp:cNvSpPr/>
      </dsp:nvSpPr>
      <dsp:spPr>
        <a:xfrm rot="5400000">
          <a:off x="7349328" y="2615629"/>
          <a:ext cx="2866332" cy="18292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3E8150-4993-4D12-B701-1928A25A8048}">
      <dsp:nvSpPr>
        <dsp:cNvPr id="0" name=""/>
        <dsp:cNvSpPr/>
      </dsp:nvSpPr>
      <dsp:spPr>
        <a:xfrm>
          <a:off x="8691032" y="4140258"/>
          <a:ext cx="2286549" cy="955444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Kalman Filter for location interpolation (500m accuracy).</a:t>
          </a:r>
          <a:endParaRPr lang="en-US" sz="1300" b="1" kern="1200" dirty="0">
            <a:latin typeface="Posterama"/>
          </a:endParaRPr>
        </a:p>
      </dsp:txBody>
      <dsp:txXfrm>
        <a:off x="8929893" y="4140258"/>
        <a:ext cx="1808827" cy="955444"/>
      </dsp:txXfrm>
    </dsp:sp>
    <dsp:sp modelId="{AC936FE7-88E3-4807-B5E2-582B93F7C7F8}">
      <dsp:nvSpPr>
        <dsp:cNvPr id="0" name=""/>
        <dsp:cNvSpPr/>
      </dsp:nvSpPr>
      <dsp:spPr>
        <a:xfrm>
          <a:off x="8873956" y="1383679"/>
          <a:ext cx="1856678" cy="22295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Predictive Tracking</a:t>
          </a:r>
          <a:endParaRPr lang="en-US" sz="1300" b="1" kern="1200" dirty="0">
            <a:latin typeface="Posterama"/>
          </a:endParaRPr>
        </a:p>
      </dsp:txBody>
      <dsp:txXfrm>
        <a:off x="8873956" y="1383679"/>
        <a:ext cx="1856678" cy="22295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8A19-6035-47A0-A1D1-7315BBA2CCAD}">
      <dsp:nvSpPr>
        <dsp:cNvPr id="0" name=""/>
        <dsp:cNvSpPr/>
      </dsp:nvSpPr>
      <dsp:spPr>
        <a:xfrm rot="16200000">
          <a:off x="-1543704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594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Cleaning</a:t>
          </a:r>
          <a:endParaRPr lang="en-US" sz="18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Remove duplicates (5% of data) and fill missing timestamps.</a:t>
          </a:r>
        </a:p>
      </dsp:txBody>
      <dsp:txXfrm rot="5400000">
        <a:off x="773" y="1019694"/>
        <a:ext cx="2009517" cy="3059084"/>
      </dsp:txXfrm>
    </dsp:sp>
    <dsp:sp modelId="{EE454720-F4AE-4D26-AAF2-FB2AE6A703F1}">
      <dsp:nvSpPr>
        <dsp:cNvPr id="0" name=""/>
        <dsp:cNvSpPr/>
      </dsp:nvSpPr>
      <dsp:spPr>
        <a:xfrm rot="16200000">
          <a:off x="616527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-2366803"/>
                <a:satOff val="-13001"/>
                <a:lumOff val="-1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366803"/>
                <a:satOff val="-13001"/>
                <a:lumOff val="-1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366803"/>
                <a:satOff val="-13001"/>
                <a:lumOff val="-1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594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Posterama"/>
            </a:rPr>
            <a:t>Speed</a:t>
          </a:r>
          <a:endParaRPr lang="en-US" sz="1800" b="1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The speed of information is derived from the latitude/longitude and time, differentiating between stationary and moving pallets. Acceleration is the rate of change in speed, which is proportional to the mode of transport</a:t>
          </a:r>
          <a:r>
            <a:rPr lang="en-US" sz="1400" b="1" kern="1200" dirty="0">
              <a:latin typeface="Posterama"/>
            </a:rPr>
            <a:t>.</a:t>
          </a:r>
          <a:endParaRPr lang="en-US" sz="1400" b="1" kern="1200" dirty="0"/>
        </a:p>
      </dsp:txBody>
      <dsp:txXfrm rot="5400000">
        <a:off x="2161004" y="1019694"/>
        <a:ext cx="2009517" cy="3059084"/>
      </dsp:txXfrm>
    </dsp:sp>
    <dsp:sp modelId="{F9581632-F870-4B1D-9559-B8BCE6513178}">
      <dsp:nvSpPr>
        <dsp:cNvPr id="0" name=""/>
        <dsp:cNvSpPr/>
      </dsp:nvSpPr>
      <dsp:spPr>
        <a:xfrm rot="16200000">
          <a:off x="2776759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-4733605"/>
                <a:satOff val="-26003"/>
                <a:lumOff val="-258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33605"/>
                <a:satOff val="-26003"/>
                <a:lumOff val="-258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33605"/>
                <a:satOff val="-26003"/>
                <a:lumOff val="-258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594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Mapping to Routes</a:t>
          </a:r>
          <a:endParaRPr lang="en-US" sz="18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Assign pallets to historical routes using Haversine distance (1 km threshold).</a:t>
          </a:r>
        </a:p>
      </dsp:txBody>
      <dsp:txXfrm rot="5400000">
        <a:off x="4321236" y="1019694"/>
        <a:ext cx="2009517" cy="3059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8A19-6035-47A0-A1D1-7315BBA2CCAD}">
      <dsp:nvSpPr>
        <dsp:cNvPr id="0" name=""/>
        <dsp:cNvSpPr/>
      </dsp:nvSpPr>
      <dsp:spPr>
        <a:xfrm rot="16200000">
          <a:off x="-1543704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878" bIns="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 Cleaning</a:t>
          </a:r>
          <a:endParaRPr lang="en-US" sz="19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Remove duplicates (5% of data) and fill missing timestamps.</a:t>
          </a:r>
        </a:p>
      </dsp:txBody>
      <dsp:txXfrm rot="5400000">
        <a:off x="773" y="1019694"/>
        <a:ext cx="2009517" cy="3059084"/>
      </dsp:txXfrm>
    </dsp:sp>
    <dsp:sp modelId="{EE454720-F4AE-4D26-AAF2-FB2AE6A703F1}">
      <dsp:nvSpPr>
        <dsp:cNvPr id="0" name=""/>
        <dsp:cNvSpPr/>
      </dsp:nvSpPr>
      <dsp:spPr>
        <a:xfrm rot="16200000">
          <a:off x="616527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-2366803"/>
                <a:satOff val="-13001"/>
                <a:lumOff val="-1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366803"/>
                <a:satOff val="-13001"/>
                <a:lumOff val="-1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366803"/>
                <a:satOff val="-13001"/>
                <a:lumOff val="-1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878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Posterama"/>
            </a:rPr>
            <a:t>Geohashing</a:t>
          </a:r>
          <a:endParaRPr lang="en-US" sz="1900" b="1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Convert latitude/longitude to 6-digit geohash codes (e.g., "9v8yq1")</a:t>
          </a:r>
        </a:p>
      </dsp:txBody>
      <dsp:txXfrm rot="5400000">
        <a:off x="2161004" y="1019694"/>
        <a:ext cx="2009517" cy="3059084"/>
      </dsp:txXfrm>
    </dsp:sp>
    <dsp:sp modelId="{F9581632-F870-4B1D-9559-B8BCE6513178}">
      <dsp:nvSpPr>
        <dsp:cNvPr id="0" name=""/>
        <dsp:cNvSpPr/>
      </dsp:nvSpPr>
      <dsp:spPr>
        <a:xfrm rot="16200000">
          <a:off x="2776759" y="1544477"/>
          <a:ext cx="5098472" cy="2009517"/>
        </a:xfrm>
        <a:prstGeom prst="flowChartManualOperation">
          <a:avLst/>
        </a:prstGeom>
        <a:gradFill rotWithShape="0">
          <a:gsLst>
            <a:gs pos="0">
              <a:schemeClr val="accent5">
                <a:hueOff val="-4733605"/>
                <a:satOff val="-26003"/>
                <a:lumOff val="-258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33605"/>
                <a:satOff val="-26003"/>
                <a:lumOff val="-258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33605"/>
                <a:satOff val="-26003"/>
                <a:lumOff val="-258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878" bIns="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Mapping to Routes</a:t>
          </a:r>
          <a:endParaRPr lang="en-US" sz="19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Assign pallets to historical routes using Haversine distance (1 km threshold).</a:t>
          </a:r>
        </a:p>
      </dsp:txBody>
      <dsp:txXfrm rot="5400000">
        <a:off x="4321236" y="1019694"/>
        <a:ext cx="2009517" cy="30590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2EC52-ABD0-43FC-82E0-3E439D83C2A1}">
      <dsp:nvSpPr>
        <dsp:cNvPr id="0" name=""/>
        <dsp:cNvSpPr/>
      </dsp:nvSpPr>
      <dsp:spPr>
        <a:xfrm>
          <a:off x="1372671" y="3545452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 </a:t>
          </a:r>
          <a:r>
            <a:rPr lang="en-US" sz="1800" kern="1200" dirty="0">
              <a:latin typeface="Posterama"/>
            </a:rPr>
            <a:t>DBSCAN: Cluster</a:t>
          </a:r>
          <a:r>
            <a:rPr lang="en-US" sz="1800" kern="1200" dirty="0"/>
            <a:t> pallets within 500m proximity and 2-hour time windows.</a:t>
          </a:r>
        </a:p>
      </dsp:txBody>
      <dsp:txXfrm>
        <a:off x="1783990" y="3545452"/>
        <a:ext cx="2159426" cy="1714687"/>
      </dsp:txXfrm>
    </dsp:sp>
    <dsp:sp modelId="{260D47EE-C012-4E11-BAA9-37F090A6FB7C}">
      <dsp:nvSpPr>
        <dsp:cNvPr id="0" name=""/>
        <dsp:cNvSpPr/>
      </dsp:nvSpPr>
      <dsp:spPr>
        <a:xfrm>
          <a:off x="1372671" y="5260139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99888"/>
            <a:satOff val="-19278"/>
            <a:lumOff val="-2084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99888"/>
              <a:satOff val="-19278"/>
              <a:lumOff val="-208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osterama"/>
            </a:rPr>
            <a:t>Haversine Distance: Calculate</a:t>
          </a:r>
          <a:r>
            <a:rPr lang="en-US" sz="1800" kern="1200" dirty="0"/>
            <a:t> distance between pallet pings and known routes.</a:t>
          </a:r>
        </a:p>
      </dsp:txBody>
      <dsp:txXfrm>
        <a:off x="1783990" y="5260139"/>
        <a:ext cx="2159426" cy="1714687"/>
      </dsp:txXfrm>
    </dsp:sp>
    <dsp:sp modelId="{9054E761-70EA-456F-A71E-A85C935F9E36}">
      <dsp:nvSpPr>
        <dsp:cNvPr id="0" name=""/>
        <dsp:cNvSpPr/>
      </dsp:nvSpPr>
      <dsp:spPr>
        <a:xfrm>
          <a:off x="1607" y="2859920"/>
          <a:ext cx="1713830" cy="171383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Algorithms</a:t>
          </a:r>
          <a:r>
            <a:rPr lang="en-US" sz="1600" kern="1200"/>
            <a:t>:</a:t>
          </a:r>
          <a:endParaRPr lang="en-US" sz="1600" b="0" kern="1200">
            <a:latin typeface="Posterama"/>
          </a:endParaRPr>
        </a:p>
      </dsp:txBody>
      <dsp:txXfrm>
        <a:off x="252592" y="3110905"/>
        <a:ext cx="1211860" cy="1211860"/>
      </dsp:txXfrm>
    </dsp:sp>
    <dsp:sp modelId="{8185429B-CFC8-469C-B2BC-8C88F3B66899}">
      <dsp:nvSpPr>
        <dsp:cNvPr id="0" name=""/>
        <dsp:cNvSpPr/>
      </dsp:nvSpPr>
      <dsp:spPr>
        <a:xfrm>
          <a:off x="5657247" y="3545452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199776"/>
            <a:satOff val="-38555"/>
            <a:lumOff val="-41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99776"/>
              <a:satOff val="-38555"/>
              <a:lumOff val="-416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 </a:t>
          </a:r>
          <a:r>
            <a:rPr lang="en-US" sz="1800" b="1" kern="1200" dirty="0"/>
            <a:t>85% </a:t>
          </a:r>
          <a:r>
            <a:rPr lang="en-US" sz="1800" kern="1200" dirty="0">
              <a:latin typeface="Posterama"/>
            </a:rPr>
            <a:t>adherence: Pallets</a:t>
          </a:r>
          <a:r>
            <a:rPr lang="en-US" sz="1800" kern="1200" dirty="0"/>
            <a:t> stayed within 1 km of assigned routes.</a:t>
          </a:r>
        </a:p>
      </dsp:txBody>
      <dsp:txXfrm>
        <a:off x="6068566" y="3545452"/>
        <a:ext cx="2159426" cy="1714687"/>
      </dsp:txXfrm>
    </dsp:sp>
    <dsp:sp modelId="{17B466E8-C045-49A3-9968-A07747604602}">
      <dsp:nvSpPr>
        <dsp:cNvPr id="0" name=""/>
        <dsp:cNvSpPr/>
      </dsp:nvSpPr>
      <dsp:spPr>
        <a:xfrm>
          <a:off x="5657247" y="5260139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299664"/>
            <a:satOff val="-57833"/>
            <a:lumOff val="-6253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99664"/>
              <a:satOff val="-57833"/>
              <a:lumOff val="-625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15% </a:t>
          </a:r>
          <a:r>
            <a:rPr lang="en-US" sz="1800" kern="1200" dirty="0">
              <a:latin typeface="Posterama"/>
            </a:rPr>
            <a:t>deviation: 10</a:t>
          </a:r>
          <a:r>
            <a:rPr lang="en-US" sz="1800" kern="1200" dirty="0"/>
            <a:t>% temporary (recovered), 5% permanent loss.</a:t>
          </a:r>
        </a:p>
      </dsp:txBody>
      <dsp:txXfrm>
        <a:off x="6068566" y="5260139"/>
        <a:ext cx="2159426" cy="1714687"/>
      </dsp:txXfrm>
    </dsp:sp>
    <dsp:sp modelId="{41B3A7ED-9F69-4F3C-91B6-6254C57778C9}">
      <dsp:nvSpPr>
        <dsp:cNvPr id="0" name=""/>
        <dsp:cNvSpPr/>
      </dsp:nvSpPr>
      <dsp:spPr>
        <a:xfrm>
          <a:off x="4286183" y="2859920"/>
          <a:ext cx="1713830" cy="1713830"/>
        </a:xfrm>
        <a:prstGeom prst="ellipse">
          <a:avLst/>
        </a:prstGeom>
        <a:gradFill rotWithShape="0">
          <a:gsLst>
            <a:gs pos="0">
              <a:schemeClr val="accent2">
                <a:hueOff val="-399945"/>
                <a:satOff val="-48385"/>
                <a:lumOff val="-2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99945"/>
                <a:satOff val="-48385"/>
                <a:lumOff val="-2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99945"/>
                <a:satOff val="-48385"/>
                <a:lumOff val="-2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Key Metrics</a:t>
          </a:r>
          <a:r>
            <a:rPr lang="en-US" sz="1600" kern="1200" dirty="0"/>
            <a:t>:</a:t>
          </a:r>
        </a:p>
      </dsp:txBody>
      <dsp:txXfrm>
        <a:off x="4537168" y="3110905"/>
        <a:ext cx="1211860" cy="12118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2EC52-ABD0-43FC-82E0-3E439D83C2A1}">
      <dsp:nvSpPr>
        <dsp:cNvPr id="0" name=""/>
        <dsp:cNvSpPr/>
      </dsp:nvSpPr>
      <dsp:spPr>
        <a:xfrm>
          <a:off x="1372671" y="3567223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 </a:t>
          </a:r>
          <a:r>
            <a:rPr lang="en-US" sz="1800" kern="1200" dirty="0">
              <a:latin typeface="Posterama"/>
            </a:rPr>
            <a:t>DBSCAN: Cluster</a:t>
          </a:r>
          <a:r>
            <a:rPr lang="en-US" sz="1800" kern="1200" dirty="0"/>
            <a:t> pallets within 500m proximity and 2-hour time windows.</a:t>
          </a:r>
        </a:p>
      </dsp:txBody>
      <dsp:txXfrm>
        <a:off x="1783990" y="3567223"/>
        <a:ext cx="2159426" cy="1714687"/>
      </dsp:txXfrm>
    </dsp:sp>
    <dsp:sp modelId="{260D47EE-C012-4E11-BAA9-37F090A6FB7C}">
      <dsp:nvSpPr>
        <dsp:cNvPr id="0" name=""/>
        <dsp:cNvSpPr/>
      </dsp:nvSpPr>
      <dsp:spPr>
        <a:xfrm>
          <a:off x="1372671" y="5281910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99888"/>
            <a:satOff val="-19278"/>
            <a:lumOff val="-2084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99888"/>
              <a:satOff val="-19278"/>
              <a:lumOff val="-208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Posterama"/>
            </a:rPr>
            <a:t>Haversine Distance: Calculate</a:t>
          </a:r>
          <a:r>
            <a:rPr lang="en-US" sz="1800" kern="1200" dirty="0"/>
            <a:t> distance between pallet pings and known routes.</a:t>
          </a:r>
        </a:p>
      </dsp:txBody>
      <dsp:txXfrm>
        <a:off x="1783990" y="5281910"/>
        <a:ext cx="2159426" cy="1714687"/>
      </dsp:txXfrm>
    </dsp:sp>
    <dsp:sp modelId="{9054E761-70EA-456F-A71E-A85C935F9E36}">
      <dsp:nvSpPr>
        <dsp:cNvPr id="0" name=""/>
        <dsp:cNvSpPr/>
      </dsp:nvSpPr>
      <dsp:spPr>
        <a:xfrm>
          <a:off x="1607" y="2881691"/>
          <a:ext cx="1713830" cy="171383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Algorithms</a:t>
          </a:r>
          <a:r>
            <a:rPr lang="en-US" sz="1600" kern="1200"/>
            <a:t>:</a:t>
          </a:r>
          <a:endParaRPr lang="en-US" sz="1600" b="0" kern="1200">
            <a:latin typeface="Posterama"/>
          </a:endParaRPr>
        </a:p>
      </dsp:txBody>
      <dsp:txXfrm>
        <a:off x="252592" y="3132676"/>
        <a:ext cx="1211860" cy="1211860"/>
      </dsp:txXfrm>
    </dsp:sp>
    <dsp:sp modelId="{8185429B-CFC8-469C-B2BC-8C88F3B66899}">
      <dsp:nvSpPr>
        <dsp:cNvPr id="0" name=""/>
        <dsp:cNvSpPr/>
      </dsp:nvSpPr>
      <dsp:spPr>
        <a:xfrm>
          <a:off x="5657247" y="3567223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199776"/>
            <a:satOff val="-38555"/>
            <a:lumOff val="-41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99776"/>
              <a:satOff val="-38555"/>
              <a:lumOff val="-416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 </a:t>
          </a:r>
          <a:r>
            <a:rPr lang="en-US" sz="1800" b="1" kern="1200" dirty="0"/>
            <a:t>85% </a:t>
          </a:r>
          <a:r>
            <a:rPr lang="en-US" sz="1800" kern="1200" dirty="0">
              <a:latin typeface="Posterama"/>
            </a:rPr>
            <a:t>adherence: Pallets</a:t>
          </a:r>
          <a:r>
            <a:rPr lang="en-US" sz="1800" kern="1200" dirty="0"/>
            <a:t> stayed within 1 km of assigned routes.</a:t>
          </a:r>
        </a:p>
      </dsp:txBody>
      <dsp:txXfrm>
        <a:off x="6068566" y="3567223"/>
        <a:ext cx="2159426" cy="1714687"/>
      </dsp:txXfrm>
    </dsp:sp>
    <dsp:sp modelId="{17B466E8-C045-49A3-9968-A07747604602}">
      <dsp:nvSpPr>
        <dsp:cNvPr id="0" name=""/>
        <dsp:cNvSpPr/>
      </dsp:nvSpPr>
      <dsp:spPr>
        <a:xfrm>
          <a:off x="5657247" y="5281910"/>
          <a:ext cx="2570745" cy="1714687"/>
        </a:xfrm>
        <a:prstGeom prst="rect">
          <a:avLst/>
        </a:prstGeom>
        <a:solidFill>
          <a:schemeClr val="accent2">
            <a:tint val="40000"/>
            <a:alpha val="90000"/>
            <a:hueOff val="-299664"/>
            <a:satOff val="-57833"/>
            <a:lumOff val="-6253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99664"/>
              <a:satOff val="-57833"/>
              <a:lumOff val="-625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15% </a:t>
          </a:r>
          <a:r>
            <a:rPr lang="en-US" sz="1800" kern="1200" dirty="0">
              <a:latin typeface="Posterama"/>
            </a:rPr>
            <a:t>deviation: 10</a:t>
          </a:r>
          <a:r>
            <a:rPr lang="en-US" sz="1800" kern="1200" dirty="0"/>
            <a:t>% temporary (recovered), 5% permanent loss.</a:t>
          </a:r>
        </a:p>
      </dsp:txBody>
      <dsp:txXfrm>
        <a:off x="6068566" y="5281910"/>
        <a:ext cx="2159426" cy="1714687"/>
      </dsp:txXfrm>
    </dsp:sp>
    <dsp:sp modelId="{41B3A7ED-9F69-4F3C-91B6-6254C57778C9}">
      <dsp:nvSpPr>
        <dsp:cNvPr id="0" name=""/>
        <dsp:cNvSpPr/>
      </dsp:nvSpPr>
      <dsp:spPr>
        <a:xfrm>
          <a:off x="4286183" y="2881691"/>
          <a:ext cx="1713830" cy="1713830"/>
        </a:xfrm>
        <a:prstGeom prst="ellipse">
          <a:avLst/>
        </a:prstGeom>
        <a:gradFill rotWithShape="0">
          <a:gsLst>
            <a:gs pos="0">
              <a:schemeClr val="accent2">
                <a:hueOff val="-399945"/>
                <a:satOff val="-48385"/>
                <a:lumOff val="-2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99945"/>
                <a:satOff val="-48385"/>
                <a:lumOff val="-2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99945"/>
                <a:satOff val="-48385"/>
                <a:lumOff val="-2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Key Metrics</a:t>
          </a:r>
          <a:r>
            <a:rPr lang="en-US" sz="1600" kern="1200" dirty="0"/>
            <a:t>:</a:t>
          </a:r>
        </a:p>
      </dsp:txBody>
      <dsp:txXfrm>
        <a:off x="4537168" y="3132676"/>
        <a:ext cx="1211860" cy="12118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FB92F-9C65-442D-8EDB-ADC3E3B7A3BE}">
      <dsp:nvSpPr>
        <dsp:cNvPr id="0" name=""/>
        <dsp:cNvSpPr/>
      </dsp:nvSpPr>
      <dsp:spPr>
        <a:xfrm>
          <a:off x="3846021" y="747"/>
          <a:ext cx="5769031" cy="291533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HMM (Hidden Markov Model)</a:t>
          </a:r>
          <a:endParaRPr lang="en-US" sz="2100" kern="1200">
            <a:latin typeface="Posterama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HMM is great for predicting missing locations when GPS data is sparse.</a:t>
          </a:r>
          <a:endParaRPr lang="en-US" sz="2100" kern="1200" dirty="0">
            <a:latin typeface="Posterama"/>
          </a:endParaRPr>
        </a:p>
      </dsp:txBody>
      <dsp:txXfrm>
        <a:off x="3846021" y="365164"/>
        <a:ext cx="4675779" cy="2186505"/>
      </dsp:txXfrm>
    </dsp:sp>
    <dsp:sp modelId="{AF0C97C7-B608-481A-9D1F-B2923D9C2ED2}">
      <dsp:nvSpPr>
        <dsp:cNvPr id="0" name=""/>
        <dsp:cNvSpPr/>
      </dsp:nvSpPr>
      <dsp:spPr>
        <a:xfrm>
          <a:off x="0" y="747"/>
          <a:ext cx="3846021" cy="29153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Posterama"/>
            </a:rPr>
            <a:t>Algorithm</a:t>
          </a:r>
          <a:endParaRPr lang="en-US" sz="4500" kern="1200" dirty="0"/>
        </a:p>
      </dsp:txBody>
      <dsp:txXfrm>
        <a:off x="142315" y="143062"/>
        <a:ext cx="3561391" cy="2630709"/>
      </dsp:txXfrm>
    </dsp:sp>
    <dsp:sp modelId="{E836E12A-15C1-4220-8421-56BD164B48EA}">
      <dsp:nvSpPr>
        <dsp:cNvPr id="0" name=""/>
        <dsp:cNvSpPr/>
      </dsp:nvSpPr>
      <dsp:spPr>
        <a:xfrm>
          <a:off x="3846021" y="3207620"/>
          <a:ext cx="5769031" cy="291533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074933"/>
            <a:satOff val="-60782"/>
            <a:lumOff val="-5716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When a pallet goes missing (no pings for an extended time), HMM predicts where it might have gone based on past movements.</a:t>
          </a:r>
          <a:endParaRPr lang="en-US" sz="2100" kern="1200">
            <a:latin typeface="Posterama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If a pallet stops transmitting before reaching a known destination, it’s flagged as lost.</a:t>
          </a:r>
          <a:endParaRPr lang="en-US" sz="2100" kern="1200" dirty="0">
            <a:latin typeface="Posterama"/>
          </a:endParaRPr>
        </a:p>
      </dsp:txBody>
      <dsp:txXfrm>
        <a:off x="3846021" y="3572037"/>
        <a:ext cx="4675779" cy="2186505"/>
      </dsp:txXfrm>
    </dsp:sp>
    <dsp:sp modelId="{504B4545-2485-4BB3-98AE-8F993D06CFC8}">
      <dsp:nvSpPr>
        <dsp:cNvPr id="0" name=""/>
        <dsp:cNvSpPr/>
      </dsp:nvSpPr>
      <dsp:spPr>
        <a:xfrm>
          <a:off x="0" y="3207620"/>
          <a:ext cx="3846021" cy="2915339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Posterama"/>
            </a:rPr>
            <a:t>Functioning</a:t>
          </a:r>
          <a:endParaRPr lang="en-US" sz="4500" kern="1200" dirty="0"/>
        </a:p>
      </dsp:txBody>
      <dsp:txXfrm>
        <a:off x="142315" y="3349935"/>
        <a:ext cx="3561391" cy="26307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FB92F-9C65-442D-8EDB-ADC3E3B7A3BE}">
      <dsp:nvSpPr>
        <dsp:cNvPr id="0" name=""/>
        <dsp:cNvSpPr/>
      </dsp:nvSpPr>
      <dsp:spPr>
        <a:xfrm>
          <a:off x="3846021" y="747"/>
          <a:ext cx="5769031" cy="291533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HMM (Hidden Markov Model)</a:t>
          </a:r>
          <a:endParaRPr lang="en-US" sz="2100" kern="1200">
            <a:latin typeface="Posterama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HMM is great for predicting missing locations when GPS data is sparse.</a:t>
          </a:r>
          <a:endParaRPr lang="en-US" sz="2100" kern="1200" dirty="0">
            <a:latin typeface="Posterama"/>
          </a:endParaRPr>
        </a:p>
      </dsp:txBody>
      <dsp:txXfrm>
        <a:off x="3846021" y="365164"/>
        <a:ext cx="4675779" cy="2186505"/>
      </dsp:txXfrm>
    </dsp:sp>
    <dsp:sp modelId="{AF0C97C7-B608-481A-9D1F-B2923D9C2ED2}">
      <dsp:nvSpPr>
        <dsp:cNvPr id="0" name=""/>
        <dsp:cNvSpPr/>
      </dsp:nvSpPr>
      <dsp:spPr>
        <a:xfrm>
          <a:off x="0" y="747"/>
          <a:ext cx="3846021" cy="29153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Posterama"/>
            </a:rPr>
            <a:t>Algorithm</a:t>
          </a:r>
          <a:endParaRPr lang="en-US" sz="4500" kern="1200" dirty="0"/>
        </a:p>
      </dsp:txBody>
      <dsp:txXfrm>
        <a:off x="142315" y="143062"/>
        <a:ext cx="3561391" cy="2630709"/>
      </dsp:txXfrm>
    </dsp:sp>
    <dsp:sp modelId="{E836E12A-15C1-4220-8421-56BD164B48EA}">
      <dsp:nvSpPr>
        <dsp:cNvPr id="0" name=""/>
        <dsp:cNvSpPr/>
      </dsp:nvSpPr>
      <dsp:spPr>
        <a:xfrm>
          <a:off x="3846021" y="3207620"/>
          <a:ext cx="5769031" cy="291533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074933"/>
            <a:satOff val="-60782"/>
            <a:lumOff val="-5716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When a pallet goes missing (no pings for an extended time), HMM predicts where it might have gone based on past movements.</a:t>
          </a:r>
          <a:endParaRPr lang="en-US" sz="2100" kern="1200">
            <a:latin typeface="Posterama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If a pallet stops transmitting before reaching a known destination, it’s flagged as lost.</a:t>
          </a:r>
          <a:endParaRPr lang="en-US" sz="2100" kern="1200" dirty="0">
            <a:latin typeface="Posterama"/>
          </a:endParaRPr>
        </a:p>
      </dsp:txBody>
      <dsp:txXfrm>
        <a:off x="3846021" y="3572037"/>
        <a:ext cx="4675779" cy="2186505"/>
      </dsp:txXfrm>
    </dsp:sp>
    <dsp:sp modelId="{504B4545-2485-4BB3-98AE-8F993D06CFC8}">
      <dsp:nvSpPr>
        <dsp:cNvPr id="0" name=""/>
        <dsp:cNvSpPr/>
      </dsp:nvSpPr>
      <dsp:spPr>
        <a:xfrm>
          <a:off x="0" y="3207620"/>
          <a:ext cx="3846021" cy="2915339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Posterama"/>
            </a:rPr>
            <a:t>Functioning</a:t>
          </a:r>
          <a:endParaRPr lang="en-US" sz="4500" kern="1200" dirty="0"/>
        </a:p>
      </dsp:txBody>
      <dsp:txXfrm>
        <a:off x="142315" y="3349935"/>
        <a:ext cx="3561391" cy="26307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6449-D715-409B-BAF5-787552F74E53}">
      <dsp:nvSpPr>
        <dsp:cNvPr id="0" name=""/>
        <dsp:cNvSpPr/>
      </dsp:nvSpPr>
      <dsp:spPr>
        <a:xfrm>
          <a:off x="5411" y="11820"/>
          <a:ext cx="1921235" cy="19212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Off-Route</a:t>
          </a:r>
          <a:r>
            <a:rPr lang="en-US" sz="1500" kern="1200"/>
            <a:t>: &gt;1 km deviation → SMS/email alert to logistics team.</a:t>
          </a:r>
          <a:endParaRPr lang="en-US" sz="1500" kern="1200" dirty="0">
            <a:latin typeface="Posterama"/>
          </a:endParaRPr>
        </a:p>
      </dsp:txBody>
      <dsp:txXfrm>
        <a:off x="286769" y="293178"/>
        <a:ext cx="1358519" cy="1358519"/>
      </dsp:txXfrm>
    </dsp:sp>
    <dsp:sp modelId="{EFEF8B85-92BF-4DBF-8533-C93CF2155313}">
      <dsp:nvSpPr>
        <dsp:cNvPr id="0" name=""/>
        <dsp:cNvSpPr/>
      </dsp:nvSpPr>
      <dsp:spPr>
        <a:xfrm>
          <a:off x="408871" y="2089060"/>
          <a:ext cx="1114316" cy="1114316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56574" y="2515174"/>
        <a:ext cx="818910" cy="262088"/>
      </dsp:txXfrm>
    </dsp:sp>
    <dsp:sp modelId="{78BF7B14-EF02-42DC-911A-14E978CA733A}">
      <dsp:nvSpPr>
        <dsp:cNvPr id="0" name=""/>
        <dsp:cNvSpPr/>
      </dsp:nvSpPr>
      <dsp:spPr>
        <a:xfrm>
          <a:off x="5411" y="3359381"/>
          <a:ext cx="1921235" cy="1921235"/>
        </a:xfrm>
        <a:prstGeom prst="ellipse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Stationary</a:t>
          </a:r>
          <a:r>
            <a:rPr lang="en-US" sz="1500" kern="1200" dirty="0"/>
            <a:t>: &gt;48 hrs at a location → billing recovery alert.</a:t>
          </a:r>
          <a:endParaRPr lang="en-US" sz="1500" kern="1200" dirty="0">
            <a:latin typeface="Posterama"/>
          </a:endParaRPr>
        </a:p>
      </dsp:txBody>
      <dsp:txXfrm>
        <a:off x="286769" y="3640739"/>
        <a:ext cx="1358519" cy="1358519"/>
      </dsp:txXfrm>
    </dsp:sp>
    <dsp:sp modelId="{FCB707AA-4B6B-4758-B43A-75727F378EE1}">
      <dsp:nvSpPr>
        <dsp:cNvPr id="0" name=""/>
        <dsp:cNvSpPr/>
      </dsp:nvSpPr>
      <dsp:spPr>
        <a:xfrm>
          <a:off x="2214832" y="2288868"/>
          <a:ext cx="610952" cy="714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14832" y="2431808"/>
        <a:ext cx="427666" cy="428819"/>
      </dsp:txXfrm>
    </dsp:sp>
    <dsp:sp modelId="{07E2E775-4EC2-4634-9941-F831361C9394}">
      <dsp:nvSpPr>
        <dsp:cNvPr id="0" name=""/>
        <dsp:cNvSpPr/>
      </dsp:nvSpPr>
      <dsp:spPr>
        <a:xfrm>
          <a:off x="3079388" y="724982"/>
          <a:ext cx="3842471" cy="3842471"/>
        </a:xfrm>
        <a:prstGeom prst="ellipse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7310" tIns="67310" rIns="67310" bIns="6731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>
              <a:latin typeface="Posterama"/>
            </a:rPr>
            <a:t>ALERT!!!</a:t>
          </a:r>
        </a:p>
      </dsp:txBody>
      <dsp:txXfrm>
        <a:off x="3642105" y="1287699"/>
        <a:ext cx="2717037" cy="27170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6449-D715-409B-BAF5-787552F74E53}">
      <dsp:nvSpPr>
        <dsp:cNvPr id="0" name=""/>
        <dsp:cNvSpPr/>
      </dsp:nvSpPr>
      <dsp:spPr>
        <a:xfrm>
          <a:off x="5411" y="11820"/>
          <a:ext cx="1921235" cy="19212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Off-Route</a:t>
          </a:r>
          <a:r>
            <a:rPr lang="en-US" sz="1500" kern="1200"/>
            <a:t>: &gt;1 km deviation → SMS/email alert to logistics team.</a:t>
          </a:r>
          <a:endParaRPr lang="en-US" sz="1500" kern="1200" dirty="0">
            <a:latin typeface="Posterama"/>
          </a:endParaRPr>
        </a:p>
      </dsp:txBody>
      <dsp:txXfrm>
        <a:off x="286769" y="293178"/>
        <a:ext cx="1358519" cy="1358519"/>
      </dsp:txXfrm>
    </dsp:sp>
    <dsp:sp modelId="{EFEF8B85-92BF-4DBF-8533-C93CF2155313}">
      <dsp:nvSpPr>
        <dsp:cNvPr id="0" name=""/>
        <dsp:cNvSpPr/>
      </dsp:nvSpPr>
      <dsp:spPr>
        <a:xfrm>
          <a:off x="408871" y="2089060"/>
          <a:ext cx="1114316" cy="1114316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56574" y="2515174"/>
        <a:ext cx="818910" cy="262088"/>
      </dsp:txXfrm>
    </dsp:sp>
    <dsp:sp modelId="{78BF7B14-EF02-42DC-911A-14E978CA733A}">
      <dsp:nvSpPr>
        <dsp:cNvPr id="0" name=""/>
        <dsp:cNvSpPr/>
      </dsp:nvSpPr>
      <dsp:spPr>
        <a:xfrm>
          <a:off x="5411" y="3359381"/>
          <a:ext cx="1921235" cy="1921235"/>
        </a:xfrm>
        <a:prstGeom prst="ellipse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Stationary</a:t>
          </a:r>
          <a:r>
            <a:rPr lang="en-US" sz="1500" kern="1200" dirty="0"/>
            <a:t>: &gt;48 hrs at a location → billing recovery alert.</a:t>
          </a:r>
          <a:endParaRPr lang="en-US" sz="1500" kern="1200" dirty="0">
            <a:latin typeface="Posterama"/>
          </a:endParaRPr>
        </a:p>
      </dsp:txBody>
      <dsp:txXfrm>
        <a:off x="286769" y="3640739"/>
        <a:ext cx="1358519" cy="1358519"/>
      </dsp:txXfrm>
    </dsp:sp>
    <dsp:sp modelId="{FCB707AA-4B6B-4758-B43A-75727F378EE1}">
      <dsp:nvSpPr>
        <dsp:cNvPr id="0" name=""/>
        <dsp:cNvSpPr/>
      </dsp:nvSpPr>
      <dsp:spPr>
        <a:xfrm>
          <a:off x="2214832" y="2288868"/>
          <a:ext cx="610952" cy="714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14832" y="2431808"/>
        <a:ext cx="427666" cy="428819"/>
      </dsp:txXfrm>
    </dsp:sp>
    <dsp:sp modelId="{07E2E775-4EC2-4634-9941-F831361C9394}">
      <dsp:nvSpPr>
        <dsp:cNvPr id="0" name=""/>
        <dsp:cNvSpPr/>
      </dsp:nvSpPr>
      <dsp:spPr>
        <a:xfrm>
          <a:off x="3079388" y="724982"/>
          <a:ext cx="3842471" cy="3842471"/>
        </a:xfrm>
        <a:prstGeom prst="ellipse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7310" tIns="67310" rIns="67310" bIns="6731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>
              <a:latin typeface="Posterama"/>
            </a:rPr>
            <a:t>ALERT!!!</a:t>
          </a:r>
        </a:p>
      </dsp:txBody>
      <dsp:txXfrm>
        <a:off x="3642105" y="1287699"/>
        <a:ext cx="2717037" cy="27170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6449-D715-409B-BAF5-787552F74E53}">
      <dsp:nvSpPr>
        <dsp:cNvPr id="0" name=""/>
        <dsp:cNvSpPr/>
      </dsp:nvSpPr>
      <dsp:spPr>
        <a:xfrm>
          <a:off x="5411" y="11820"/>
          <a:ext cx="1921235" cy="19212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Off-Route</a:t>
          </a:r>
          <a:r>
            <a:rPr lang="en-US" sz="1500" kern="1200"/>
            <a:t>: &gt;1 km deviation → SMS/email alert to logistics team.</a:t>
          </a:r>
          <a:endParaRPr lang="en-US" sz="1500" kern="1200" dirty="0">
            <a:latin typeface="Posterama"/>
          </a:endParaRPr>
        </a:p>
      </dsp:txBody>
      <dsp:txXfrm>
        <a:off x="286769" y="293178"/>
        <a:ext cx="1358519" cy="1358519"/>
      </dsp:txXfrm>
    </dsp:sp>
    <dsp:sp modelId="{EFEF8B85-92BF-4DBF-8533-C93CF2155313}">
      <dsp:nvSpPr>
        <dsp:cNvPr id="0" name=""/>
        <dsp:cNvSpPr/>
      </dsp:nvSpPr>
      <dsp:spPr>
        <a:xfrm>
          <a:off x="408871" y="2089060"/>
          <a:ext cx="1114316" cy="1114316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56574" y="2515174"/>
        <a:ext cx="818910" cy="262088"/>
      </dsp:txXfrm>
    </dsp:sp>
    <dsp:sp modelId="{78BF7B14-EF02-42DC-911A-14E978CA733A}">
      <dsp:nvSpPr>
        <dsp:cNvPr id="0" name=""/>
        <dsp:cNvSpPr/>
      </dsp:nvSpPr>
      <dsp:spPr>
        <a:xfrm>
          <a:off x="5411" y="3359381"/>
          <a:ext cx="1921235" cy="1921235"/>
        </a:xfrm>
        <a:prstGeom prst="ellipse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Stationary</a:t>
          </a:r>
          <a:r>
            <a:rPr lang="en-US" sz="1500" kern="1200" dirty="0"/>
            <a:t>: &gt;48 hrs at a location → billing recovery alert.</a:t>
          </a:r>
          <a:endParaRPr lang="en-US" sz="1500" kern="1200" dirty="0">
            <a:latin typeface="Posterama"/>
          </a:endParaRPr>
        </a:p>
      </dsp:txBody>
      <dsp:txXfrm>
        <a:off x="286769" y="3640739"/>
        <a:ext cx="1358519" cy="1358519"/>
      </dsp:txXfrm>
    </dsp:sp>
    <dsp:sp modelId="{FCB707AA-4B6B-4758-B43A-75727F378EE1}">
      <dsp:nvSpPr>
        <dsp:cNvPr id="0" name=""/>
        <dsp:cNvSpPr/>
      </dsp:nvSpPr>
      <dsp:spPr>
        <a:xfrm>
          <a:off x="2214832" y="2288868"/>
          <a:ext cx="610952" cy="714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14832" y="2431808"/>
        <a:ext cx="427666" cy="428819"/>
      </dsp:txXfrm>
    </dsp:sp>
    <dsp:sp modelId="{07E2E775-4EC2-4634-9941-F831361C9394}">
      <dsp:nvSpPr>
        <dsp:cNvPr id="0" name=""/>
        <dsp:cNvSpPr/>
      </dsp:nvSpPr>
      <dsp:spPr>
        <a:xfrm>
          <a:off x="3079388" y="724982"/>
          <a:ext cx="3842471" cy="3842471"/>
        </a:xfrm>
        <a:prstGeom prst="ellipse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7310" tIns="67310" rIns="67310" bIns="6731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>
              <a:latin typeface="Posterama"/>
            </a:rPr>
            <a:t>ALERT!!!</a:t>
          </a:r>
        </a:p>
      </dsp:txBody>
      <dsp:txXfrm>
        <a:off x="3642105" y="1287699"/>
        <a:ext cx="2717037" cy="27170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6449-D715-409B-BAF5-787552F74E53}">
      <dsp:nvSpPr>
        <dsp:cNvPr id="0" name=""/>
        <dsp:cNvSpPr/>
      </dsp:nvSpPr>
      <dsp:spPr>
        <a:xfrm>
          <a:off x="5411" y="11820"/>
          <a:ext cx="1921235" cy="19212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Off-Route</a:t>
          </a:r>
          <a:r>
            <a:rPr lang="en-US" sz="1500" kern="1200"/>
            <a:t>: &gt;1 km deviation → SMS/email alert to logistics team.</a:t>
          </a:r>
          <a:endParaRPr lang="en-US" sz="1500" kern="1200" dirty="0">
            <a:latin typeface="Posterama"/>
          </a:endParaRPr>
        </a:p>
      </dsp:txBody>
      <dsp:txXfrm>
        <a:off x="286769" y="293178"/>
        <a:ext cx="1358519" cy="1358519"/>
      </dsp:txXfrm>
    </dsp:sp>
    <dsp:sp modelId="{EFEF8B85-92BF-4DBF-8533-C93CF2155313}">
      <dsp:nvSpPr>
        <dsp:cNvPr id="0" name=""/>
        <dsp:cNvSpPr/>
      </dsp:nvSpPr>
      <dsp:spPr>
        <a:xfrm>
          <a:off x="408871" y="2089060"/>
          <a:ext cx="1114316" cy="1114316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56574" y="2515174"/>
        <a:ext cx="818910" cy="262088"/>
      </dsp:txXfrm>
    </dsp:sp>
    <dsp:sp modelId="{78BF7B14-EF02-42DC-911A-14E978CA733A}">
      <dsp:nvSpPr>
        <dsp:cNvPr id="0" name=""/>
        <dsp:cNvSpPr/>
      </dsp:nvSpPr>
      <dsp:spPr>
        <a:xfrm>
          <a:off x="5411" y="3359381"/>
          <a:ext cx="1921235" cy="1921235"/>
        </a:xfrm>
        <a:prstGeom prst="ellipse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Stationary</a:t>
          </a:r>
          <a:r>
            <a:rPr lang="en-US" sz="1500" kern="1200" dirty="0"/>
            <a:t>: &gt;48 hrs at a location → billing recovery alert.</a:t>
          </a:r>
          <a:endParaRPr lang="en-US" sz="1500" kern="1200" dirty="0">
            <a:latin typeface="Posterama"/>
          </a:endParaRPr>
        </a:p>
      </dsp:txBody>
      <dsp:txXfrm>
        <a:off x="286769" y="3640739"/>
        <a:ext cx="1358519" cy="1358519"/>
      </dsp:txXfrm>
    </dsp:sp>
    <dsp:sp modelId="{FCB707AA-4B6B-4758-B43A-75727F378EE1}">
      <dsp:nvSpPr>
        <dsp:cNvPr id="0" name=""/>
        <dsp:cNvSpPr/>
      </dsp:nvSpPr>
      <dsp:spPr>
        <a:xfrm>
          <a:off x="2214832" y="2288868"/>
          <a:ext cx="610952" cy="714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14832" y="2431808"/>
        <a:ext cx="427666" cy="428819"/>
      </dsp:txXfrm>
    </dsp:sp>
    <dsp:sp modelId="{07E2E775-4EC2-4634-9941-F831361C9394}">
      <dsp:nvSpPr>
        <dsp:cNvPr id="0" name=""/>
        <dsp:cNvSpPr/>
      </dsp:nvSpPr>
      <dsp:spPr>
        <a:xfrm>
          <a:off x="3079388" y="724982"/>
          <a:ext cx="3842471" cy="3842471"/>
        </a:xfrm>
        <a:prstGeom prst="ellipse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7310" tIns="67310" rIns="67310" bIns="6731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>
              <a:latin typeface="Posterama"/>
            </a:rPr>
            <a:t>ALERT!!!</a:t>
          </a:r>
        </a:p>
      </dsp:txBody>
      <dsp:txXfrm>
        <a:off x="3642105" y="1287699"/>
        <a:ext cx="2717037" cy="27170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65E45-9FEA-4E67-8692-0DA9BF99F655}">
      <dsp:nvSpPr>
        <dsp:cNvPr id="0" name=""/>
        <dsp:cNvSpPr/>
      </dsp:nvSpPr>
      <dsp:spPr>
        <a:xfrm>
          <a:off x="0" y="22451"/>
          <a:ext cx="5852272" cy="8634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On-Route</a:t>
          </a:r>
          <a:endParaRPr lang="en-US" sz="3600" kern="1200" dirty="0"/>
        </a:p>
      </dsp:txBody>
      <dsp:txXfrm>
        <a:off x="42151" y="64602"/>
        <a:ext cx="5767970" cy="779158"/>
      </dsp:txXfrm>
    </dsp:sp>
    <dsp:sp modelId="{642B46FF-1C57-46C3-A59D-2C538B3F0FD5}">
      <dsp:nvSpPr>
        <dsp:cNvPr id="0" name=""/>
        <dsp:cNvSpPr/>
      </dsp:nvSpPr>
      <dsp:spPr>
        <a:xfrm>
          <a:off x="0" y="885911"/>
          <a:ext cx="5852272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latin typeface="Posterama"/>
            </a:rPr>
            <a:t>85% of pallets stayed within 1km of assigned routes</a:t>
          </a:r>
          <a:endParaRPr lang="en-US" sz="2800" kern="1200" dirty="0"/>
        </a:p>
      </dsp:txBody>
      <dsp:txXfrm>
        <a:off x="0" y="885911"/>
        <a:ext cx="5852272" cy="950130"/>
      </dsp:txXfrm>
    </dsp:sp>
    <dsp:sp modelId="{B73CD586-9A4C-485E-8E74-2EABF3F758CB}">
      <dsp:nvSpPr>
        <dsp:cNvPr id="0" name=""/>
        <dsp:cNvSpPr/>
      </dsp:nvSpPr>
      <dsp:spPr>
        <a:xfrm>
          <a:off x="0" y="1836041"/>
          <a:ext cx="5852272" cy="863460"/>
        </a:xfrm>
        <a:prstGeom prst="roundRect">
          <a:avLst/>
        </a:prstGeom>
        <a:gradFill rotWithShape="0">
          <a:gsLst>
            <a:gs pos="0">
              <a:schemeClr val="accent5">
                <a:hueOff val="-4733605"/>
                <a:satOff val="-26003"/>
                <a:lumOff val="-258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33605"/>
                <a:satOff val="-26003"/>
                <a:lumOff val="-258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33605"/>
                <a:satOff val="-26003"/>
                <a:lumOff val="-258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Deviations</a:t>
          </a:r>
          <a:endParaRPr lang="en-US" sz="3600" kern="1200" dirty="0"/>
        </a:p>
      </dsp:txBody>
      <dsp:txXfrm>
        <a:off x="42151" y="1878192"/>
        <a:ext cx="5767970" cy="779158"/>
      </dsp:txXfrm>
    </dsp:sp>
    <dsp:sp modelId="{EC083A7E-3901-4845-9C6D-328D871DC2AC}">
      <dsp:nvSpPr>
        <dsp:cNvPr id="0" name=""/>
        <dsp:cNvSpPr/>
      </dsp:nvSpPr>
      <dsp:spPr>
        <a:xfrm>
          <a:off x="0" y="2699501"/>
          <a:ext cx="5852272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15% (10% recovered, 5% lost).</a:t>
          </a:r>
        </a:p>
      </dsp:txBody>
      <dsp:txXfrm>
        <a:off x="0" y="2699501"/>
        <a:ext cx="5852272" cy="5961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6449-D715-409B-BAF5-787552F74E53}">
      <dsp:nvSpPr>
        <dsp:cNvPr id="0" name=""/>
        <dsp:cNvSpPr/>
      </dsp:nvSpPr>
      <dsp:spPr>
        <a:xfrm>
          <a:off x="5411" y="11820"/>
          <a:ext cx="1921235" cy="19212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Off-Route</a:t>
          </a:r>
          <a:r>
            <a:rPr lang="en-US" sz="1500" kern="1200"/>
            <a:t>: &gt;1 km deviation → SMS/email alert to logistics team.</a:t>
          </a:r>
          <a:endParaRPr lang="en-US" sz="1500" kern="1200" dirty="0">
            <a:latin typeface="Posterama"/>
          </a:endParaRPr>
        </a:p>
      </dsp:txBody>
      <dsp:txXfrm>
        <a:off x="286769" y="293178"/>
        <a:ext cx="1358519" cy="1358519"/>
      </dsp:txXfrm>
    </dsp:sp>
    <dsp:sp modelId="{EFEF8B85-92BF-4DBF-8533-C93CF2155313}">
      <dsp:nvSpPr>
        <dsp:cNvPr id="0" name=""/>
        <dsp:cNvSpPr/>
      </dsp:nvSpPr>
      <dsp:spPr>
        <a:xfrm>
          <a:off x="408871" y="2089060"/>
          <a:ext cx="1114316" cy="1114316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56574" y="2515174"/>
        <a:ext cx="818910" cy="262088"/>
      </dsp:txXfrm>
    </dsp:sp>
    <dsp:sp modelId="{78BF7B14-EF02-42DC-911A-14E978CA733A}">
      <dsp:nvSpPr>
        <dsp:cNvPr id="0" name=""/>
        <dsp:cNvSpPr/>
      </dsp:nvSpPr>
      <dsp:spPr>
        <a:xfrm>
          <a:off x="5411" y="3359381"/>
          <a:ext cx="1921235" cy="1921235"/>
        </a:xfrm>
        <a:prstGeom prst="ellipse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Stationary</a:t>
          </a:r>
          <a:r>
            <a:rPr lang="en-US" sz="1500" kern="1200" dirty="0"/>
            <a:t>: &gt;48 hrs at a location → billing recovery alert.</a:t>
          </a:r>
          <a:endParaRPr lang="en-US" sz="1500" kern="1200" dirty="0">
            <a:latin typeface="Posterama"/>
          </a:endParaRPr>
        </a:p>
      </dsp:txBody>
      <dsp:txXfrm>
        <a:off x="286769" y="3640739"/>
        <a:ext cx="1358519" cy="1358519"/>
      </dsp:txXfrm>
    </dsp:sp>
    <dsp:sp modelId="{FCB707AA-4B6B-4758-B43A-75727F378EE1}">
      <dsp:nvSpPr>
        <dsp:cNvPr id="0" name=""/>
        <dsp:cNvSpPr/>
      </dsp:nvSpPr>
      <dsp:spPr>
        <a:xfrm>
          <a:off x="2214832" y="2288868"/>
          <a:ext cx="610952" cy="714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14832" y="2431808"/>
        <a:ext cx="427666" cy="428819"/>
      </dsp:txXfrm>
    </dsp:sp>
    <dsp:sp modelId="{07E2E775-4EC2-4634-9941-F831361C9394}">
      <dsp:nvSpPr>
        <dsp:cNvPr id="0" name=""/>
        <dsp:cNvSpPr/>
      </dsp:nvSpPr>
      <dsp:spPr>
        <a:xfrm>
          <a:off x="3079388" y="724982"/>
          <a:ext cx="3842471" cy="3842471"/>
        </a:xfrm>
        <a:prstGeom prst="ellipse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7310" tIns="67310" rIns="67310" bIns="6731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>
              <a:latin typeface="Posterama"/>
            </a:rPr>
            <a:t>ALERT!!!</a:t>
          </a:r>
        </a:p>
      </dsp:txBody>
      <dsp:txXfrm>
        <a:off x="3642105" y="1287699"/>
        <a:ext cx="2717037" cy="271703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65E45-9FEA-4E67-8692-0DA9BF99F655}">
      <dsp:nvSpPr>
        <dsp:cNvPr id="0" name=""/>
        <dsp:cNvSpPr/>
      </dsp:nvSpPr>
      <dsp:spPr>
        <a:xfrm>
          <a:off x="0" y="3892"/>
          <a:ext cx="6276814" cy="959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On-Route</a:t>
          </a:r>
          <a:endParaRPr lang="en-US" sz="4000" kern="1200" dirty="0"/>
        </a:p>
      </dsp:txBody>
      <dsp:txXfrm>
        <a:off x="46834" y="50726"/>
        <a:ext cx="6183146" cy="865732"/>
      </dsp:txXfrm>
    </dsp:sp>
    <dsp:sp modelId="{642B46FF-1C57-46C3-A59D-2C538B3F0FD5}">
      <dsp:nvSpPr>
        <dsp:cNvPr id="0" name=""/>
        <dsp:cNvSpPr/>
      </dsp:nvSpPr>
      <dsp:spPr>
        <a:xfrm>
          <a:off x="0" y="963292"/>
          <a:ext cx="6276814" cy="105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289" tIns="50800" rIns="284480" bIns="50800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>
              <a:latin typeface="Posterama"/>
            </a:rPr>
            <a:t>85% of pallets stayed within 1km of assigned routes</a:t>
          </a:r>
          <a:endParaRPr lang="en-US" sz="3100" kern="1200" dirty="0"/>
        </a:p>
      </dsp:txBody>
      <dsp:txXfrm>
        <a:off x="0" y="963292"/>
        <a:ext cx="6276814" cy="1055700"/>
      </dsp:txXfrm>
    </dsp:sp>
    <dsp:sp modelId="{B73CD586-9A4C-485E-8E74-2EABF3F758CB}">
      <dsp:nvSpPr>
        <dsp:cNvPr id="0" name=""/>
        <dsp:cNvSpPr/>
      </dsp:nvSpPr>
      <dsp:spPr>
        <a:xfrm>
          <a:off x="0" y="2018992"/>
          <a:ext cx="6276814" cy="959400"/>
        </a:xfrm>
        <a:prstGeom prst="roundRect">
          <a:avLst/>
        </a:prstGeom>
        <a:gradFill rotWithShape="0">
          <a:gsLst>
            <a:gs pos="0">
              <a:schemeClr val="accent5">
                <a:hueOff val="-4733605"/>
                <a:satOff val="-26003"/>
                <a:lumOff val="-258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33605"/>
                <a:satOff val="-26003"/>
                <a:lumOff val="-258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33605"/>
                <a:satOff val="-26003"/>
                <a:lumOff val="-258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Deviations</a:t>
          </a:r>
          <a:endParaRPr lang="en-US" sz="4000" kern="1200" dirty="0"/>
        </a:p>
      </dsp:txBody>
      <dsp:txXfrm>
        <a:off x="46834" y="2065826"/>
        <a:ext cx="6183146" cy="865732"/>
      </dsp:txXfrm>
    </dsp:sp>
    <dsp:sp modelId="{EC083A7E-3901-4845-9C6D-328D871DC2AC}">
      <dsp:nvSpPr>
        <dsp:cNvPr id="0" name=""/>
        <dsp:cNvSpPr/>
      </dsp:nvSpPr>
      <dsp:spPr>
        <a:xfrm>
          <a:off x="0" y="2978392"/>
          <a:ext cx="6276814" cy="66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289" tIns="50800" rIns="284480" bIns="50800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15% (10% recovered, 5% lost).</a:t>
          </a:r>
        </a:p>
      </dsp:txBody>
      <dsp:txXfrm>
        <a:off x="0" y="2978392"/>
        <a:ext cx="6276814" cy="6624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45096-974F-4796-8CD2-919DA3F9800E}">
      <dsp:nvSpPr>
        <dsp:cNvPr id="0" name=""/>
        <dsp:cNvSpPr/>
      </dsp:nvSpPr>
      <dsp:spPr>
        <a:xfrm>
          <a:off x="1061" y="674963"/>
          <a:ext cx="2704337" cy="3245204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Metrics</a:t>
          </a:r>
          <a:r>
            <a:rPr lang="en-US" sz="3100" kern="1200" dirty="0"/>
            <a:t>:</a:t>
          </a:r>
        </a:p>
      </dsp:txBody>
      <dsp:txXfrm rot="16200000">
        <a:off x="-1059038" y="1735063"/>
        <a:ext cx="2661067" cy="540867"/>
      </dsp:txXfrm>
    </dsp:sp>
    <dsp:sp modelId="{3B831DE6-95B8-4DE7-BE14-D4555B5BDF6F}">
      <dsp:nvSpPr>
        <dsp:cNvPr id="0" name=""/>
        <dsp:cNvSpPr/>
      </dsp:nvSpPr>
      <dsp:spPr>
        <a:xfrm>
          <a:off x="541929" y="674963"/>
          <a:ext cx="2014731" cy="3245204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8867" rIns="0" bIns="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Posterama"/>
            </a:rPr>
            <a:t>True Positives </a:t>
          </a:r>
          <a:r>
            <a:rPr lang="en-US" sz="2300" kern="1200" dirty="0">
              <a:latin typeface="Posterama"/>
            </a:rPr>
            <a:t>: 88% ( Correctly flagged deviations)</a:t>
          </a:r>
          <a:endParaRPr lang="en-US" sz="2300" kern="1200" dirty="0"/>
        </a:p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>
              <a:latin typeface="Posterama"/>
            </a:rPr>
            <a:t>False Positives : 12% (False Alerts)</a:t>
          </a:r>
        </a:p>
      </dsp:txBody>
      <dsp:txXfrm>
        <a:off x="541929" y="674963"/>
        <a:ext cx="2014731" cy="3245204"/>
      </dsp:txXfrm>
    </dsp:sp>
    <dsp:sp modelId="{302A7634-3B96-4808-9571-8E67D7B7F87F}">
      <dsp:nvSpPr>
        <dsp:cNvPr id="0" name=""/>
        <dsp:cNvSpPr/>
      </dsp:nvSpPr>
      <dsp:spPr>
        <a:xfrm>
          <a:off x="2800050" y="674963"/>
          <a:ext cx="2704337" cy="3245204"/>
        </a:xfrm>
        <a:prstGeom prst="roundRect">
          <a:avLst>
            <a:gd name="adj" fmla="val 5000"/>
          </a:avLst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marL="0" lvl="0" indent="0" algn="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Case Study</a:t>
          </a:r>
          <a:endParaRPr lang="en-US" sz="3100" kern="1200" dirty="0"/>
        </a:p>
      </dsp:txBody>
      <dsp:txXfrm rot="16200000">
        <a:off x="1739950" y="1735063"/>
        <a:ext cx="2661067" cy="540867"/>
      </dsp:txXfrm>
    </dsp:sp>
    <dsp:sp modelId="{4226FDE6-CF2C-4448-A818-725F024D4EC5}">
      <dsp:nvSpPr>
        <dsp:cNvPr id="0" name=""/>
        <dsp:cNvSpPr/>
      </dsp:nvSpPr>
      <dsp:spPr>
        <a:xfrm rot="5400000">
          <a:off x="2575275" y="3252265"/>
          <a:ext cx="476593" cy="4056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3251C-D61F-4D65-8795-CCF71AFE2A4A}">
      <dsp:nvSpPr>
        <dsp:cNvPr id="0" name=""/>
        <dsp:cNvSpPr/>
      </dsp:nvSpPr>
      <dsp:spPr>
        <a:xfrm>
          <a:off x="3340918" y="674963"/>
          <a:ext cx="2014731" cy="3245204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8867" rIns="0" bIns="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$15,000 saved/month</a:t>
          </a:r>
          <a:r>
            <a:rPr lang="en-US" sz="2300" b="1" kern="1200" dirty="0">
              <a:latin typeface="Posterama"/>
            </a:rPr>
            <a:t> by recovering 10% deviated pallets</a:t>
          </a:r>
          <a:endParaRPr lang="en-US" sz="2300" kern="1200" dirty="0"/>
        </a:p>
      </dsp:txBody>
      <dsp:txXfrm>
        <a:off x="3340918" y="674963"/>
        <a:ext cx="2014731" cy="324520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45096-974F-4796-8CD2-919DA3F9800E}">
      <dsp:nvSpPr>
        <dsp:cNvPr id="0" name=""/>
        <dsp:cNvSpPr/>
      </dsp:nvSpPr>
      <dsp:spPr>
        <a:xfrm>
          <a:off x="1238" y="655837"/>
          <a:ext cx="3153500" cy="3784200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Metrics</a:t>
          </a:r>
          <a:r>
            <a:rPr lang="en-US" sz="3600" kern="1200" dirty="0"/>
            <a:t>:</a:t>
          </a:r>
        </a:p>
      </dsp:txBody>
      <dsp:txXfrm rot="16200000">
        <a:off x="-1234934" y="1892009"/>
        <a:ext cx="3103044" cy="630700"/>
      </dsp:txXfrm>
    </dsp:sp>
    <dsp:sp modelId="{3B831DE6-95B8-4DE7-BE14-D4555B5BDF6F}">
      <dsp:nvSpPr>
        <dsp:cNvPr id="0" name=""/>
        <dsp:cNvSpPr/>
      </dsp:nvSpPr>
      <dsp:spPr>
        <a:xfrm>
          <a:off x="631938" y="655837"/>
          <a:ext cx="2349357" cy="3784200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0" bIns="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atin typeface="Posterama"/>
            </a:rPr>
            <a:t>True Positives </a:t>
          </a:r>
          <a:r>
            <a:rPr lang="en-US" sz="2600" kern="1200" dirty="0">
              <a:latin typeface="Posterama"/>
            </a:rPr>
            <a:t>: 88% ( Correctly flagged deviations)</a:t>
          </a:r>
          <a:endParaRPr lang="en-US" sz="2600" kern="1200" dirty="0"/>
        </a:p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Posterama"/>
            </a:rPr>
            <a:t>False Positives : 12% (False Alerts)</a:t>
          </a:r>
        </a:p>
      </dsp:txBody>
      <dsp:txXfrm>
        <a:off x="631938" y="655837"/>
        <a:ext cx="2349357" cy="3784200"/>
      </dsp:txXfrm>
    </dsp:sp>
    <dsp:sp modelId="{302A7634-3B96-4808-9571-8E67D7B7F87F}">
      <dsp:nvSpPr>
        <dsp:cNvPr id="0" name=""/>
        <dsp:cNvSpPr/>
      </dsp:nvSpPr>
      <dsp:spPr>
        <a:xfrm>
          <a:off x="3265111" y="655837"/>
          <a:ext cx="3153500" cy="3784200"/>
        </a:xfrm>
        <a:prstGeom prst="roundRect">
          <a:avLst>
            <a:gd name="adj" fmla="val 5000"/>
          </a:avLst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Case Study</a:t>
          </a:r>
          <a:endParaRPr lang="en-US" sz="3600" kern="1200" dirty="0"/>
        </a:p>
      </dsp:txBody>
      <dsp:txXfrm rot="16200000">
        <a:off x="2028939" y="1892009"/>
        <a:ext cx="3103044" cy="630700"/>
      </dsp:txXfrm>
    </dsp:sp>
    <dsp:sp modelId="{4226FDE6-CF2C-4448-A818-725F024D4EC5}">
      <dsp:nvSpPr>
        <dsp:cNvPr id="0" name=""/>
        <dsp:cNvSpPr/>
      </dsp:nvSpPr>
      <dsp:spPr>
        <a:xfrm rot="5400000">
          <a:off x="3002725" y="3664444"/>
          <a:ext cx="556306" cy="47302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3251C-D61F-4D65-8795-CCF71AFE2A4A}">
      <dsp:nvSpPr>
        <dsp:cNvPr id="0" name=""/>
        <dsp:cNvSpPr/>
      </dsp:nvSpPr>
      <dsp:spPr>
        <a:xfrm>
          <a:off x="3895811" y="655837"/>
          <a:ext cx="2349357" cy="3784200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0" bIns="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$15,000 saved/month</a:t>
          </a:r>
          <a:r>
            <a:rPr lang="en-US" sz="2600" b="1" kern="1200" dirty="0">
              <a:latin typeface="Posterama"/>
            </a:rPr>
            <a:t> by recovering 10% deviated pallets</a:t>
          </a:r>
          <a:endParaRPr lang="en-US" sz="2600" kern="1200" dirty="0"/>
        </a:p>
      </dsp:txBody>
      <dsp:txXfrm>
        <a:off x="3895811" y="655837"/>
        <a:ext cx="2349357" cy="37842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7682A-83DB-49D0-8AFC-8815B1419260}">
      <dsp:nvSpPr>
        <dsp:cNvPr id="0" name=""/>
        <dsp:cNvSpPr/>
      </dsp:nvSpPr>
      <dsp:spPr>
        <a:xfrm>
          <a:off x="0" y="1931289"/>
          <a:ext cx="5907041" cy="36919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699CE-5C53-49A0-9A84-549B5CCD77F8}">
      <dsp:nvSpPr>
        <dsp:cNvPr id="0" name=""/>
        <dsp:cNvSpPr/>
      </dsp:nvSpPr>
      <dsp:spPr>
        <a:xfrm>
          <a:off x="1373387" y="3943375"/>
          <a:ext cx="206746" cy="2067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F517A4-8D76-4581-BFBC-FE478E17E842}">
      <dsp:nvSpPr>
        <dsp:cNvPr id="0" name=""/>
        <dsp:cNvSpPr/>
      </dsp:nvSpPr>
      <dsp:spPr>
        <a:xfrm>
          <a:off x="1476760" y="4046748"/>
          <a:ext cx="1919788" cy="1576441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1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10% of pallets</a:t>
          </a:r>
          <a:r>
            <a:rPr lang="en-US" sz="1000" kern="1200"/>
            <a:t> stayed &gt;48 </a:t>
          </a:r>
          <a:r>
            <a:rPr lang="en-US" sz="1000" kern="1200" err="1"/>
            <a:t>hrs</a:t>
          </a:r>
          <a:r>
            <a:rPr lang="en-US" sz="1000" kern="1200"/>
            <a:t> at customer locations.</a:t>
          </a:r>
          <a:endParaRPr lang="en-US" sz="1000" kern="1200">
            <a:latin typeface="Posterama"/>
          </a:endParaRPr>
        </a:p>
      </dsp:txBody>
      <dsp:txXfrm>
        <a:off x="1476760" y="4046748"/>
        <a:ext cx="1919788" cy="1576441"/>
      </dsp:txXfrm>
    </dsp:sp>
    <dsp:sp modelId="{41D68908-BA92-43D0-BF0B-D2E5024DA9C1}">
      <dsp:nvSpPr>
        <dsp:cNvPr id="0" name=""/>
        <dsp:cNvSpPr/>
      </dsp:nvSpPr>
      <dsp:spPr>
        <a:xfrm>
          <a:off x="3278407" y="3001940"/>
          <a:ext cx="354422" cy="354422"/>
        </a:xfrm>
        <a:prstGeom prst="ellipse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083C67-FF8B-47B6-BD59-484211F54523}">
      <dsp:nvSpPr>
        <dsp:cNvPr id="0" name=""/>
        <dsp:cNvSpPr/>
      </dsp:nvSpPr>
      <dsp:spPr>
        <a:xfrm>
          <a:off x="3455618" y="3179151"/>
          <a:ext cx="1919788" cy="2444038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801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$15,000/month</a:t>
          </a:r>
          <a:r>
            <a:rPr lang="en-US" sz="1000" kern="1200" dirty="0"/>
            <a:t> recovered through alerts.</a:t>
          </a:r>
          <a:endParaRPr lang="en-US" sz="1000" kern="1200" dirty="0">
            <a:latin typeface="Posterama"/>
          </a:endParaRPr>
        </a:p>
      </dsp:txBody>
      <dsp:txXfrm>
        <a:off x="3455618" y="3179151"/>
        <a:ext cx="1919788" cy="244403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7682A-83DB-49D0-8AFC-8815B1419260}">
      <dsp:nvSpPr>
        <dsp:cNvPr id="0" name=""/>
        <dsp:cNvSpPr/>
      </dsp:nvSpPr>
      <dsp:spPr>
        <a:xfrm>
          <a:off x="0" y="1782971"/>
          <a:ext cx="6886755" cy="430422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699CE-5C53-49A0-9A84-549B5CCD77F8}">
      <dsp:nvSpPr>
        <dsp:cNvPr id="0" name=""/>
        <dsp:cNvSpPr/>
      </dsp:nvSpPr>
      <dsp:spPr>
        <a:xfrm>
          <a:off x="1601170" y="4128772"/>
          <a:ext cx="241036" cy="2410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F517A4-8D76-4581-BFBC-FE478E17E842}">
      <dsp:nvSpPr>
        <dsp:cNvPr id="0" name=""/>
        <dsp:cNvSpPr/>
      </dsp:nvSpPr>
      <dsp:spPr>
        <a:xfrm>
          <a:off x="1721688" y="4249290"/>
          <a:ext cx="2238195" cy="183790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20" tIns="0" rIns="0" bIns="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10% of pallets</a:t>
          </a:r>
          <a:r>
            <a:rPr lang="en-US" sz="1200" kern="1200"/>
            <a:t> stayed &gt;48 </a:t>
          </a:r>
          <a:r>
            <a:rPr lang="en-US" sz="1200" kern="1200" err="1"/>
            <a:t>hrs</a:t>
          </a:r>
          <a:r>
            <a:rPr lang="en-US" sz="1200" kern="1200"/>
            <a:t> at customer locations.</a:t>
          </a:r>
          <a:endParaRPr lang="en-US" sz="1200" kern="1200">
            <a:latin typeface="Posterama"/>
          </a:endParaRPr>
        </a:p>
      </dsp:txBody>
      <dsp:txXfrm>
        <a:off x="1721688" y="4249290"/>
        <a:ext cx="2238195" cy="1837902"/>
      </dsp:txXfrm>
    </dsp:sp>
    <dsp:sp modelId="{41D68908-BA92-43D0-BF0B-D2E5024DA9C1}">
      <dsp:nvSpPr>
        <dsp:cNvPr id="0" name=""/>
        <dsp:cNvSpPr/>
      </dsp:nvSpPr>
      <dsp:spPr>
        <a:xfrm>
          <a:off x="3822149" y="3031195"/>
          <a:ext cx="413205" cy="413205"/>
        </a:xfrm>
        <a:prstGeom prst="ellipse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083C67-FF8B-47B6-BD59-484211F54523}">
      <dsp:nvSpPr>
        <dsp:cNvPr id="0" name=""/>
        <dsp:cNvSpPr/>
      </dsp:nvSpPr>
      <dsp:spPr>
        <a:xfrm>
          <a:off x="4028751" y="3237798"/>
          <a:ext cx="2238195" cy="284939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949" tIns="0" rIns="0" bIns="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$15,000/month</a:t>
          </a:r>
          <a:r>
            <a:rPr lang="en-US" sz="1200" kern="1200" dirty="0"/>
            <a:t> recovered through alerts.</a:t>
          </a:r>
          <a:endParaRPr lang="en-US" sz="1200" kern="1200" dirty="0">
            <a:latin typeface="Posterama"/>
          </a:endParaRPr>
        </a:p>
      </dsp:txBody>
      <dsp:txXfrm>
        <a:off x="4028751" y="3237798"/>
        <a:ext cx="2238195" cy="284939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A19CA-F007-4889-A9C5-BA253EEBB1EB}">
      <dsp:nvSpPr>
        <dsp:cNvPr id="0" name=""/>
        <dsp:cNvSpPr/>
      </dsp:nvSpPr>
      <dsp:spPr>
        <a:xfrm>
          <a:off x="0" y="120656"/>
          <a:ext cx="6724650" cy="9008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Posterama"/>
            </a:rPr>
            <a:t>Savings</a:t>
          </a:r>
          <a:endParaRPr lang="en-US" sz="3500" kern="1200" dirty="0"/>
        </a:p>
      </dsp:txBody>
      <dsp:txXfrm>
        <a:off x="43978" y="164634"/>
        <a:ext cx="6636694" cy="812943"/>
      </dsp:txXfrm>
    </dsp:sp>
    <dsp:sp modelId="{5867D6C9-987C-42DB-8C0F-E547887F286B}">
      <dsp:nvSpPr>
        <dsp:cNvPr id="0" name=""/>
        <dsp:cNvSpPr/>
      </dsp:nvSpPr>
      <dsp:spPr>
        <a:xfrm>
          <a:off x="0" y="1021556"/>
          <a:ext cx="6724650" cy="141277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508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latin typeface="Posterama"/>
            </a:rPr>
            <a:t>45000$/month: reduced pallet loss and billing recovery.</a:t>
          </a:r>
          <a:endParaRPr lang="en-US" sz="2700" kern="1200" dirty="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latin typeface="Posterama"/>
            </a:rPr>
            <a:t>ROI:</a:t>
          </a:r>
          <a:r>
            <a:rPr lang="en-US" sz="2700" kern="1200" dirty="0"/>
            <a:t> 12 months (vs. $150/pallet cost).</a:t>
          </a:r>
        </a:p>
      </dsp:txBody>
      <dsp:txXfrm>
        <a:off x="0" y="1021556"/>
        <a:ext cx="6724650" cy="1412775"/>
      </dsp:txXfrm>
    </dsp:sp>
    <dsp:sp modelId="{1C85670C-9003-41A8-BA51-E3A359AF1090}">
      <dsp:nvSpPr>
        <dsp:cNvPr id="0" name=""/>
        <dsp:cNvSpPr/>
      </dsp:nvSpPr>
      <dsp:spPr>
        <a:xfrm>
          <a:off x="0" y="2434331"/>
          <a:ext cx="6724650" cy="900899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Posterama"/>
            </a:rPr>
            <a:t>Cost Breakdown</a:t>
          </a:r>
          <a:endParaRPr lang="en-US" sz="3500" kern="1200" dirty="0"/>
        </a:p>
      </dsp:txBody>
      <dsp:txXfrm>
        <a:off x="43978" y="2478309"/>
        <a:ext cx="6636694" cy="812943"/>
      </dsp:txXfrm>
    </dsp:sp>
    <dsp:sp modelId="{DA0F01FB-95B2-4F0C-A53B-8DDFAC9EB97B}">
      <dsp:nvSpPr>
        <dsp:cNvPr id="0" name=""/>
        <dsp:cNvSpPr/>
      </dsp:nvSpPr>
      <dsp:spPr>
        <a:xfrm>
          <a:off x="0" y="3335231"/>
          <a:ext cx="6724650" cy="88751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508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Sensors</a:t>
          </a:r>
          <a:r>
            <a:rPr lang="en-US" sz="2700" kern="1200" dirty="0">
              <a:latin typeface="Posterama"/>
            </a:rPr>
            <a:t>:</a:t>
          </a:r>
          <a:r>
            <a:rPr lang="en-US" sz="2700" kern="1200" dirty="0"/>
            <a:t>40%, Software: 30%, Maintenance: 30%.</a:t>
          </a:r>
        </a:p>
      </dsp:txBody>
      <dsp:txXfrm>
        <a:off x="0" y="3335231"/>
        <a:ext cx="6724650" cy="88751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A19CA-F007-4889-A9C5-BA253EEBB1EB}">
      <dsp:nvSpPr>
        <dsp:cNvPr id="0" name=""/>
        <dsp:cNvSpPr/>
      </dsp:nvSpPr>
      <dsp:spPr>
        <a:xfrm>
          <a:off x="0" y="120656"/>
          <a:ext cx="6724650" cy="9008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Posterama"/>
            </a:rPr>
            <a:t>Savings</a:t>
          </a:r>
          <a:endParaRPr lang="en-US" sz="3500" kern="1200" dirty="0"/>
        </a:p>
      </dsp:txBody>
      <dsp:txXfrm>
        <a:off x="43978" y="164634"/>
        <a:ext cx="6636694" cy="812943"/>
      </dsp:txXfrm>
    </dsp:sp>
    <dsp:sp modelId="{5867D6C9-987C-42DB-8C0F-E547887F286B}">
      <dsp:nvSpPr>
        <dsp:cNvPr id="0" name=""/>
        <dsp:cNvSpPr/>
      </dsp:nvSpPr>
      <dsp:spPr>
        <a:xfrm>
          <a:off x="0" y="1021556"/>
          <a:ext cx="6724650" cy="141277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508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latin typeface="Posterama"/>
            </a:rPr>
            <a:t>45000$/month: reduced pallet loss and billing recovery.</a:t>
          </a:r>
          <a:endParaRPr lang="en-US" sz="2700" kern="1200" dirty="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>
              <a:latin typeface="Posterama"/>
            </a:rPr>
            <a:t>ROI:</a:t>
          </a:r>
          <a:r>
            <a:rPr lang="en-US" sz="2700" kern="1200" dirty="0"/>
            <a:t> 12 months (vs. $150/pallet cost).</a:t>
          </a:r>
        </a:p>
      </dsp:txBody>
      <dsp:txXfrm>
        <a:off x="0" y="1021556"/>
        <a:ext cx="6724650" cy="1412775"/>
      </dsp:txXfrm>
    </dsp:sp>
    <dsp:sp modelId="{1C85670C-9003-41A8-BA51-E3A359AF1090}">
      <dsp:nvSpPr>
        <dsp:cNvPr id="0" name=""/>
        <dsp:cNvSpPr/>
      </dsp:nvSpPr>
      <dsp:spPr>
        <a:xfrm>
          <a:off x="0" y="2434331"/>
          <a:ext cx="6724650" cy="900899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Posterama"/>
            </a:rPr>
            <a:t>Cost Breakdown</a:t>
          </a:r>
          <a:endParaRPr lang="en-US" sz="3500" kern="1200" dirty="0"/>
        </a:p>
      </dsp:txBody>
      <dsp:txXfrm>
        <a:off x="43978" y="2478309"/>
        <a:ext cx="6636694" cy="812943"/>
      </dsp:txXfrm>
    </dsp:sp>
    <dsp:sp modelId="{DA0F01FB-95B2-4F0C-A53B-8DDFAC9EB97B}">
      <dsp:nvSpPr>
        <dsp:cNvPr id="0" name=""/>
        <dsp:cNvSpPr/>
      </dsp:nvSpPr>
      <dsp:spPr>
        <a:xfrm>
          <a:off x="0" y="3335231"/>
          <a:ext cx="6724650" cy="887512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508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Sensors</a:t>
          </a:r>
          <a:r>
            <a:rPr lang="en-US" sz="2700" kern="1200" dirty="0">
              <a:latin typeface="Posterama"/>
            </a:rPr>
            <a:t>:</a:t>
          </a:r>
          <a:r>
            <a:rPr lang="en-US" sz="2700" kern="1200" dirty="0"/>
            <a:t>40%, Software: 30%, Maintenance: 30%.</a:t>
          </a:r>
        </a:p>
      </dsp:txBody>
      <dsp:txXfrm>
        <a:off x="0" y="3335231"/>
        <a:ext cx="6724650" cy="88751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C2783-BBEA-429A-B131-7481F816638F}">
      <dsp:nvSpPr>
        <dsp:cNvPr id="0" name=""/>
        <dsp:cNvSpPr/>
      </dsp:nvSpPr>
      <dsp:spPr>
        <a:xfrm>
          <a:off x="1539753" y="2738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30% reduction</a:t>
          </a:r>
          <a:r>
            <a:rPr lang="en-US" sz="2200" kern="1200" dirty="0"/>
            <a:t> in lost pallets.</a:t>
          </a:r>
          <a:endParaRPr lang="en-US" sz="2200" kern="1200" dirty="0">
            <a:latin typeface="Posterama"/>
          </a:endParaRPr>
        </a:p>
      </dsp:txBody>
      <dsp:txXfrm>
        <a:off x="1589487" y="52472"/>
        <a:ext cx="3296586" cy="1598559"/>
      </dsp:txXfrm>
    </dsp:sp>
    <dsp:sp modelId="{5F9FC371-ECC1-4DF4-8119-38024DAD8A3F}">
      <dsp:nvSpPr>
        <dsp:cNvPr id="0" name=""/>
        <dsp:cNvSpPr/>
      </dsp:nvSpPr>
      <dsp:spPr>
        <a:xfrm>
          <a:off x="1539753" y="1955469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50% faster</a:t>
          </a:r>
          <a:r>
            <a:rPr lang="en-US" sz="2200" kern="1200" dirty="0"/>
            <a:t> interventions due to real-time alerts.</a:t>
          </a:r>
          <a:endParaRPr lang="en-US" sz="2200" kern="1200" dirty="0">
            <a:latin typeface="Posterama"/>
          </a:endParaRPr>
        </a:p>
      </dsp:txBody>
      <dsp:txXfrm>
        <a:off x="1589487" y="2005203"/>
        <a:ext cx="3296586" cy="1598559"/>
      </dsp:txXfrm>
    </dsp:sp>
    <dsp:sp modelId="{8E506192-C5DC-4B7F-AAF3-FD2AE41B2F4E}">
      <dsp:nvSpPr>
        <dsp:cNvPr id="0" name=""/>
        <dsp:cNvSpPr/>
      </dsp:nvSpPr>
      <dsp:spPr>
        <a:xfrm>
          <a:off x="1539753" y="3908201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$45,000/month</a:t>
          </a:r>
          <a:r>
            <a:rPr lang="en-US" sz="2200" kern="1200" dirty="0"/>
            <a:t> savings.</a:t>
          </a:r>
          <a:endParaRPr lang="en-US" sz="2200" kern="1200" dirty="0">
            <a:latin typeface="Posterama"/>
          </a:endParaRPr>
        </a:p>
      </dsp:txBody>
      <dsp:txXfrm>
        <a:off x="1589487" y="3957935"/>
        <a:ext cx="3296586" cy="159855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C2783-BBEA-429A-B131-7481F816638F}">
      <dsp:nvSpPr>
        <dsp:cNvPr id="0" name=""/>
        <dsp:cNvSpPr/>
      </dsp:nvSpPr>
      <dsp:spPr>
        <a:xfrm>
          <a:off x="1539753" y="2738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30% reduction</a:t>
          </a:r>
          <a:r>
            <a:rPr lang="en-US" sz="2200" kern="1200" dirty="0"/>
            <a:t> in lost pallets.</a:t>
          </a:r>
          <a:endParaRPr lang="en-US" sz="2200" kern="1200" dirty="0">
            <a:latin typeface="Posterama"/>
          </a:endParaRPr>
        </a:p>
      </dsp:txBody>
      <dsp:txXfrm>
        <a:off x="1589487" y="52472"/>
        <a:ext cx="3296586" cy="1598559"/>
      </dsp:txXfrm>
    </dsp:sp>
    <dsp:sp modelId="{5F9FC371-ECC1-4DF4-8119-38024DAD8A3F}">
      <dsp:nvSpPr>
        <dsp:cNvPr id="0" name=""/>
        <dsp:cNvSpPr/>
      </dsp:nvSpPr>
      <dsp:spPr>
        <a:xfrm>
          <a:off x="1539753" y="1955469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50% faster</a:t>
          </a:r>
          <a:r>
            <a:rPr lang="en-US" sz="2200" kern="1200" dirty="0"/>
            <a:t> interventions due to real-time alerts.</a:t>
          </a:r>
          <a:endParaRPr lang="en-US" sz="2200" kern="1200" dirty="0">
            <a:latin typeface="Posterama"/>
          </a:endParaRPr>
        </a:p>
      </dsp:txBody>
      <dsp:txXfrm>
        <a:off x="1589487" y="2005203"/>
        <a:ext cx="3296586" cy="1598559"/>
      </dsp:txXfrm>
    </dsp:sp>
    <dsp:sp modelId="{8E506192-C5DC-4B7F-AAF3-FD2AE41B2F4E}">
      <dsp:nvSpPr>
        <dsp:cNvPr id="0" name=""/>
        <dsp:cNvSpPr/>
      </dsp:nvSpPr>
      <dsp:spPr>
        <a:xfrm>
          <a:off x="1539753" y="3908201"/>
          <a:ext cx="3396054" cy="1698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$45,000/month</a:t>
          </a:r>
          <a:r>
            <a:rPr lang="en-US" sz="2200" kern="1200" dirty="0"/>
            <a:t> savings.</a:t>
          </a:r>
          <a:endParaRPr lang="en-US" sz="2200" kern="1200" dirty="0">
            <a:latin typeface="Posterama"/>
          </a:endParaRPr>
        </a:p>
      </dsp:txBody>
      <dsp:txXfrm>
        <a:off x="1589487" y="3957935"/>
        <a:ext cx="3296586" cy="1598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7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7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44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9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7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80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5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4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microsoft.com/office/2007/relationships/hdphoto" Target="../media/hdphoto1.wdp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3" Type="http://schemas.microsoft.com/office/2007/relationships/hdphoto" Target="../media/hdphoto1.wdp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5" Type="http://schemas.openxmlformats.org/officeDocument/2006/relationships/diagramLayout" Target="../diagrams/layout6.xml"/><Relationship Id="rId10" Type="http://schemas.openxmlformats.org/officeDocument/2006/relationships/diagramLayout" Target="../diagrams/layout7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Relationship Id="rId1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13" Type="http://schemas.microsoft.com/office/2007/relationships/diagramDrawing" Target="../diagrams/drawing9.xml"/><Relationship Id="rId3" Type="http://schemas.microsoft.com/office/2007/relationships/hdphoto" Target="../media/hdphoto1.wdp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9.xml"/><Relationship Id="rId5" Type="http://schemas.openxmlformats.org/officeDocument/2006/relationships/diagramLayout" Target="../diagrams/layout8.xml"/><Relationship Id="rId10" Type="http://schemas.openxmlformats.org/officeDocument/2006/relationships/diagramLayout" Target="../diagrams/layout9.xml"/><Relationship Id="rId4" Type="http://schemas.openxmlformats.org/officeDocument/2006/relationships/diagramData" Target="../diagrams/data8.xml"/><Relationship Id="rId9" Type="http://schemas.openxmlformats.org/officeDocument/2006/relationships/diagramData" Target="../diagrams/data9.xml"/><Relationship Id="rId1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microsoft.com/office/2007/relationships/hdphoto" Target="../media/hdphoto1.wdp"/><Relationship Id="rId7" Type="http://schemas.openxmlformats.org/officeDocument/2006/relationships/diagramColors" Target="../diagrams/colors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microsoft.com/office/2007/relationships/hdphoto" Target="../media/hdphoto1.wdp"/><Relationship Id="rId7" Type="http://schemas.openxmlformats.org/officeDocument/2006/relationships/diagramColors" Target="../diagrams/colors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13" Type="http://schemas.microsoft.com/office/2007/relationships/diagramDrawing" Target="../diagrams/drawing13.xml"/><Relationship Id="rId3" Type="http://schemas.microsoft.com/office/2007/relationships/hdphoto" Target="../media/hdphoto1.wdp"/><Relationship Id="rId7" Type="http://schemas.openxmlformats.org/officeDocument/2006/relationships/diagramColors" Target="../diagrams/colors12.xml"/><Relationship Id="rId12" Type="http://schemas.openxmlformats.org/officeDocument/2006/relationships/diagramColors" Target="../diagrams/colors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2.xml"/><Relationship Id="rId11" Type="http://schemas.openxmlformats.org/officeDocument/2006/relationships/diagramQuickStyle" Target="../diagrams/quickStyle13.xml"/><Relationship Id="rId5" Type="http://schemas.openxmlformats.org/officeDocument/2006/relationships/diagramLayout" Target="../diagrams/layout12.xml"/><Relationship Id="rId10" Type="http://schemas.openxmlformats.org/officeDocument/2006/relationships/diagramLayout" Target="../diagrams/layout13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Relationship Id="rId1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13" Type="http://schemas.microsoft.com/office/2007/relationships/diagramDrawing" Target="../diagrams/drawing15.xml"/><Relationship Id="rId18" Type="http://schemas.microsoft.com/office/2007/relationships/diagramDrawing" Target="../diagrams/drawing16.xml"/><Relationship Id="rId3" Type="http://schemas.microsoft.com/office/2007/relationships/hdphoto" Target="../media/hdphoto1.wdp"/><Relationship Id="rId7" Type="http://schemas.openxmlformats.org/officeDocument/2006/relationships/diagramColors" Target="../diagrams/colors14.xml"/><Relationship Id="rId12" Type="http://schemas.openxmlformats.org/officeDocument/2006/relationships/diagramColors" Target="../diagrams/colors15.xml"/><Relationship Id="rId17" Type="http://schemas.openxmlformats.org/officeDocument/2006/relationships/diagramColors" Target="../diagrams/colors16.xml"/><Relationship Id="rId2" Type="http://schemas.openxmlformats.org/officeDocument/2006/relationships/image" Target="../media/image5.png"/><Relationship Id="rId16" Type="http://schemas.openxmlformats.org/officeDocument/2006/relationships/diagramQuickStyle" Target="../diagrams/quickStyle1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4.xml"/><Relationship Id="rId11" Type="http://schemas.openxmlformats.org/officeDocument/2006/relationships/diagramQuickStyle" Target="../diagrams/quickStyle15.xml"/><Relationship Id="rId5" Type="http://schemas.openxmlformats.org/officeDocument/2006/relationships/diagramLayout" Target="../diagrams/layout14.xml"/><Relationship Id="rId15" Type="http://schemas.openxmlformats.org/officeDocument/2006/relationships/diagramLayout" Target="../diagrams/layout16.xml"/><Relationship Id="rId10" Type="http://schemas.openxmlformats.org/officeDocument/2006/relationships/diagramLayout" Target="../diagrams/layout15.xml"/><Relationship Id="rId19" Type="http://schemas.openxmlformats.org/officeDocument/2006/relationships/image" Target="../media/image11.jpeg"/><Relationship Id="rId4" Type="http://schemas.openxmlformats.org/officeDocument/2006/relationships/diagramData" Target="../diagrams/data14.xml"/><Relationship Id="rId9" Type="http://schemas.openxmlformats.org/officeDocument/2006/relationships/diagramData" Target="../diagrams/data15.xml"/><Relationship Id="rId14" Type="http://schemas.openxmlformats.org/officeDocument/2006/relationships/diagramData" Target="../diagrams/data16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13" Type="http://schemas.microsoft.com/office/2007/relationships/diagramDrawing" Target="../diagrams/drawing18.xml"/><Relationship Id="rId3" Type="http://schemas.microsoft.com/office/2007/relationships/hdphoto" Target="../media/hdphoto1.wdp"/><Relationship Id="rId7" Type="http://schemas.openxmlformats.org/officeDocument/2006/relationships/diagramColors" Target="../diagrams/colors17.xml"/><Relationship Id="rId12" Type="http://schemas.openxmlformats.org/officeDocument/2006/relationships/diagramColors" Target="../diagrams/colors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7.xml"/><Relationship Id="rId11" Type="http://schemas.openxmlformats.org/officeDocument/2006/relationships/diagramQuickStyle" Target="../diagrams/quickStyle18.xml"/><Relationship Id="rId5" Type="http://schemas.openxmlformats.org/officeDocument/2006/relationships/diagramLayout" Target="../diagrams/layout17.xml"/><Relationship Id="rId10" Type="http://schemas.openxmlformats.org/officeDocument/2006/relationships/diagramLayout" Target="../diagrams/layout18.xml"/><Relationship Id="rId4" Type="http://schemas.openxmlformats.org/officeDocument/2006/relationships/diagramData" Target="../diagrams/data17.xml"/><Relationship Id="rId9" Type="http://schemas.openxmlformats.org/officeDocument/2006/relationships/diagramData" Target="../diagrams/data18.xml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13" Type="http://schemas.microsoft.com/office/2007/relationships/diagramDrawing" Target="../diagrams/drawing20.xml"/><Relationship Id="rId3" Type="http://schemas.microsoft.com/office/2007/relationships/hdphoto" Target="../media/hdphoto1.wdp"/><Relationship Id="rId7" Type="http://schemas.openxmlformats.org/officeDocument/2006/relationships/diagramColors" Target="../diagrams/colors19.xml"/><Relationship Id="rId12" Type="http://schemas.openxmlformats.org/officeDocument/2006/relationships/diagramColors" Target="../diagrams/colors2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9.xml"/><Relationship Id="rId11" Type="http://schemas.openxmlformats.org/officeDocument/2006/relationships/diagramQuickStyle" Target="../diagrams/quickStyle20.xml"/><Relationship Id="rId5" Type="http://schemas.openxmlformats.org/officeDocument/2006/relationships/diagramLayout" Target="../diagrams/layout19.xml"/><Relationship Id="rId10" Type="http://schemas.openxmlformats.org/officeDocument/2006/relationships/diagramLayout" Target="../diagrams/layout20.xml"/><Relationship Id="rId4" Type="http://schemas.openxmlformats.org/officeDocument/2006/relationships/diagramData" Target="../diagrams/data19.xml"/><Relationship Id="rId9" Type="http://schemas.openxmlformats.org/officeDocument/2006/relationships/diagramData" Target="../diagrams/data20.xml"/><Relationship Id="rId1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microsoft.com/office/2007/relationships/hdphoto" Target="../media/hdphoto1.wdp"/><Relationship Id="rId7" Type="http://schemas.openxmlformats.org/officeDocument/2006/relationships/diagramColors" Target="../diagrams/colors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microsoft.com/office/2007/relationships/hdphoto" Target="../media/hdphoto1.wdp"/><Relationship Id="rId7" Type="http://schemas.openxmlformats.org/officeDocument/2006/relationships/diagramColors" Target="../diagrams/colors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microsoft.com/office/2007/relationships/hdphoto" Target="../media/hdphoto1.wdp"/><Relationship Id="rId7" Type="http://schemas.openxmlformats.org/officeDocument/2006/relationships/diagramColors" Target="../diagrams/colors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46971BD9-0986-0579-E130-BF648B0BF0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26268" r="-1" b="17479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6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PalletSense</a:t>
            </a:r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6600" b="1" dirty="0">
                <a:latin typeface="Calibri"/>
              </a:rPr>
            </a:br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</a:t>
            </a:r>
            <a:endParaRPr lang="en-US" sz="6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0100" y="4069354"/>
            <a:ext cx="2838450" cy="12652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: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Geeklords</a:t>
            </a:r>
            <a:endParaRPr lang="en-US" dirty="0" err="1"/>
          </a:p>
          <a:p>
            <a:pPr algn="just"/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ID :9B699C</a:t>
            </a:r>
          </a:p>
        </p:txBody>
      </p:sp>
      <p:grpSp>
        <p:nvGrpSpPr>
          <p:cNvPr id="74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4AF41-7131-4FB4-F71E-730B0B6C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3E16E1A-EE40-2F23-4F6D-B162FE6EB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4F4311B-444D-B121-6B32-1D49FFC67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DCDA978-4302-4254-F1B1-16EE13776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8600326D-7A24-35F6-70FC-E7AA9D7CF5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26268" r="-1" b="17479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562B4BE5-8929-2248-598C-693759E0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1E884732-8BD5-A9EA-463F-ADF1BEE3C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AD3CD91-C424-F945-73DC-775429117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FE9F6E6-BD7F-D6B3-35A3-61637930FC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4F14254-1FFC-CFD6-1617-478B5B192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3F9CDE2-F0AB-389B-8E43-A3898B5D6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28192C5-185A-A0F1-78FA-4BA697247D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DCB8CFB-D80B-0DBD-0DFC-9DCED09EA5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1FC836-9DC6-69B9-986C-133057855F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5B4239-2C37-1643-1C0B-41039ECF2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5378CD9D-DFBE-54E1-288A-5B83C696C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8B3652AC-0ADE-251B-4B31-0B6D984DD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B92C3A-61F3-72AA-4A5D-E6BB1B2A1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811CE3-91FA-D0C8-D060-B92E540D8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1D1FB508-6E36-6D8C-771A-99FAC694E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704B7A0D-A137-D2AC-25FC-81E3729EEF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216146F-3321-5F54-9545-F6BF211BF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2201802-20EB-607A-5A66-1227FB9EC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EADC907-A883-B5F2-3104-764AFD295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7ADA9FB-0FFC-A57C-9722-BB6866FE1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CA14FC8-60D9-C7B7-5E6E-0AD34E4A1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07C2D10-3E1A-9254-C076-DF15B2F06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CB6A7AE-D7FC-EFDA-B8AA-1DD17848D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F1C7751-5A16-3A94-37DE-F92411FE6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C84FBDA-19AB-8A92-84CF-1E74E2656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68AE21-7F55-6485-9069-78B17B04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3486D6F-18B0-CC1A-1D00-218711678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30F35B9-8885-D419-A6A0-B350EB7E9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DAF3EB8-A03E-5D13-E372-12E1308EC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8E057CD-3F9E-A817-7642-7982C09D0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7A64DD-E84C-1F96-568F-6C4CF38B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079" y="-3174209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6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PalletSense</a:t>
            </a:r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6600" b="1" dirty="0">
                <a:latin typeface="Calibri"/>
              </a:rPr>
            </a:br>
            <a:r>
              <a:rPr lang="en-US" sz="6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</a:t>
            </a:r>
            <a:endParaRPr lang="en-US" sz="6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4BC06-11A4-39FE-48AE-E0B944D58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6879229"/>
            <a:ext cx="9144000" cy="12652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: </a:t>
            </a:r>
            <a:r>
              <a:rPr lang="en-US" sz="28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GeekLords</a:t>
            </a:r>
            <a:endParaRPr lang="en-US" sz="220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74" name="Cross">
            <a:extLst>
              <a:ext uri="{FF2B5EF4-FFF2-40B4-BE49-F238E27FC236}">
                <a16:creationId xmlns:a16="http://schemas.microsoft.com/office/drawing/2014/main" id="{ADEFD92F-51FF-7C52-3B3D-D3FF44403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CA403C-DD39-D98A-9F7A-B153F87BA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64BA7CD-A085-C663-853B-117E5B035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E55B7C4-ADB0-3AF7-1A33-3A6C70511FD9}"/>
              </a:ext>
            </a:extLst>
          </p:cNvPr>
          <p:cNvSpPr txBox="1"/>
          <p:nvPr/>
        </p:nvSpPr>
        <p:spPr>
          <a:xfrm>
            <a:off x="4735224" y="822597"/>
            <a:ext cx="28336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AF98B2-E542-FF49-78BB-7C9FE185B9C1}"/>
              </a:ext>
            </a:extLst>
          </p:cNvPr>
          <p:cNvSpPr txBox="1"/>
          <p:nvPr/>
        </p:nvSpPr>
        <p:spPr>
          <a:xfrm>
            <a:off x="934749" y="2022747"/>
            <a:ext cx="310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28646-E288-FDCD-E472-70DF0931951D}"/>
              </a:ext>
            </a:extLst>
          </p:cNvPr>
          <p:cNvSpPr txBox="1"/>
          <p:nvPr/>
        </p:nvSpPr>
        <p:spPr>
          <a:xfrm>
            <a:off x="9116724" y="182272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597DD-FCA7-A95C-6486-F42C172464B1}"/>
              </a:ext>
            </a:extLst>
          </p:cNvPr>
          <p:cNvSpPr txBox="1"/>
          <p:nvPr/>
        </p:nvSpPr>
        <p:spPr>
          <a:xfrm>
            <a:off x="668049" y="34991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8D39E-4A23-DDA0-3B1D-5085F54E32EC}"/>
              </a:ext>
            </a:extLst>
          </p:cNvPr>
          <p:cNvSpPr txBox="1"/>
          <p:nvPr/>
        </p:nvSpPr>
        <p:spPr>
          <a:xfrm>
            <a:off x="8821449" y="398489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75C783-56D2-394F-B3E5-D9701D856607}"/>
              </a:ext>
            </a:extLst>
          </p:cNvPr>
          <p:cNvSpPr txBox="1"/>
          <p:nvPr/>
        </p:nvSpPr>
        <p:spPr>
          <a:xfrm>
            <a:off x="4859049" y="4823097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337986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0971D-81FD-D6B8-FEC4-4530E661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437163C-040E-98CD-3F29-AF617AEA8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59FD03-0B0A-1EC5-0DDD-C84EA015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7FF7E60-8217-1B2A-6A22-65D94BF6D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F3911FA5-041F-F6F1-7337-C082E64B1A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F06282A6-F8F6-F4E4-3414-62445C2E2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00C47A03-59DA-89CD-EFDB-158A63FD0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4AB93A1-DE67-704C-E72E-53F47D4B0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8E91B4E-89E7-ED3A-00AE-B68C997902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BE2310E-FF31-BEF1-06AA-6F8DFDB1F4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BCBDBD1-A84A-CDE1-EC9B-9616C7550D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2BA2493-DE6C-7899-A390-FF944CA658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5C4E737-A0F6-981A-BDFA-056703C60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D545462-37B7-3905-508E-9AD99B2830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CCD7A46-BD66-3A4D-ADDA-200CFA8BE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67B76018-BB05-538C-BB62-A46D468BD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5FB08A5E-8A3C-77A7-6265-AEB76704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1059269-B0B1-E620-CE50-A2C0D6CF9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BB00B0A-CB8F-37ED-4515-F3DDDD666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71587BD2-6AB2-77BE-ADB7-8C8AF31CA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DDA2589-3242-3CE9-2B8E-49AAC4C15F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50C46B9-C651-D85D-ED6D-6D1029EE92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A50DF53E-E657-A49C-0F2F-DD4F105ED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4978214-4F03-92BF-C013-A528F5D307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A24CEEF-A76B-5695-6D80-DE59AB843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7B9DB94-A2EA-7C96-97B4-6BBE88FA7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4EA63C0-8DBB-2FA3-832B-0F95FEBFD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5EEA65B-A7E3-07B4-93B2-18043053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39B2C75-500E-5E1A-A7BC-45CCE353F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F808C58-9844-1D64-44EE-28A1CC6F0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355E015-DB17-664E-DBF3-CEEDFF928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2D397E7-E01C-D3E0-EA46-32C1A8B5A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5CEC87F-6A71-3FBF-3FFC-66168A401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EA5E1D0-4C98-7759-55FB-F374EED51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2808547-CB40-C800-D412-46F1EEE39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9B5CD492-C75B-29FD-4549-6A006D982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8988A9E-CD7E-A197-9A26-4145396CB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3792B14-0DAD-7736-D02B-6E0DE7224E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3FEAF2E-81B7-BB6F-D85C-F57F4B8CF357}"/>
              </a:ext>
            </a:extLst>
          </p:cNvPr>
          <p:cNvSpPr txBox="1"/>
          <p:nvPr/>
        </p:nvSpPr>
        <p:spPr>
          <a:xfrm>
            <a:off x="3535074" y="2765697"/>
            <a:ext cx="51100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 u="sng" dirty="0">
                <a:latin typeface="Calibri"/>
                <a:ea typeface="Calibri"/>
                <a:cs typeface="Calibri"/>
              </a:rPr>
              <a:t>01.Introduction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204AA-3DA1-E612-4039-B748671BF7FE}"/>
              </a:ext>
            </a:extLst>
          </p:cNvPr>
          <p:cNvSpPr txBox="1"/>
          <p:nvPr/>
        </p:nvSpPr>
        <p:spPr>
          <a:xfrm>
            <a:off x="-3561051" y="1946547"/>
            <a:ext cx="310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8AEE4-6B7E-3598-464F-AA74F24D8873}"/>
              </a:ext>
            </a:extLst>
          </p:cNvPr>
          <p:cNvSpPr txBox="1"/>
          <p:nvPr/>
        </p:nvSpPr>
        <p:spPr>
          <a:xfrm>
            <a:off x="13002924" y="18417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72DDB-2455-6B7F-C3FC-4D29EEA36211}"/>
              </a:ext>
            </a:extLst>
          </p:cNvPr>
          <p:cNvSpPr txBox="1"/>
          <p:nvPr/>
        </p:nvSpPr>
        <p:spPr>
          <a:xfrm>
            <a:off x="-3827751" y="34229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08F0FE-FC66-3F0C-179D-CA8FC1339825}"/>
              </a:ext>
            </a:extLst>
          </p:cNvPr>
          <p:cNvSpPr txBox="1"/>
          <p:nvPr/>
        </p:nvSpPr>
        <p:spPr>
          <a:xfrm>
            <a:off x="12707649" y="40039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FD1B1A-466B-5DB1-D702-2ABF11235D36}"/>
              </a:ext>
            </a:extLst>
          </p:cNvPr>
          <p:cNvSpPr txBox="1"/>
          <p:nvPr/>
        </p:nvSpPr>
        <p:spPr>
          <a:xfrm>
            <a:off x="4925724" y="7013847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1471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64C17-0D59-FBD5-CC74-5922F2F5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B6F4A5D-CBB8-B413-6C32-0B7806356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BD0DE8-D69F-3BC1-8AA1-C2D308C1F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14215A3-DBDA-DCD1-D058-1AAB60FF7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46870D76-E7F3-61DC-A7F1-E5E6287A9F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0FE94338-6921-74B7-9544-B00E36EFB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A3F04CDC-12D0-E0CD-57EF-E5D8DEA6A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847CF41-FA0D-4E6F-03ED-49A613968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48F28B3-618D-5A6B-4E1A-11C0D9F9D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E0FB846-067A-89B3-9D7D-8DA36B0748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22FE112-5C05-84EF-5EC3-0A2766548B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3A5F6B0-50C6-12F5-71E0-1D52075E8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DEE6DA3-AE24-D48F-0E40-6E3AF0601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4AA6AB5-BD65-FAC5-7049-E9FE2C556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256898D-0315-D43E-A395-5CE7E52A6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616110A5-8989-7BDC-07B5-4F6E5576D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AC9057B2-88E9-093F-FA9E-49E825EA1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90848AB-BE92-D399-A986-5F05B0D41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2650A9C-16FF-FF50-82E8-6A7463D3F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519B1860-2EA0-1FAF-E2DB-5D3ADAB9F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9CFDF11-1F99-362C-E8CF-B59FED8D09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1D274DD-0419-DC5C-8E6D-274D6D773B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99C8413-F297-DA64-BED4-A460D063BB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526E621-FDA6-5CA1-C8DD-D0AE2F3067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63B8981-5E81-6FB6-FAF3-C6CF47E7A3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C6C098B-AA52-D7F3-8BAF-B332CE468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890F8EE-D90F-2746-814F-50C942F88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438E90-646B-1EEC-1F1F-055FF25FE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386C4B-6417-9097-C097-8D9306F42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7D33710-F1B9-78E0-C05D-CE31119AC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D6F7C65-A5AD-B598-5CA5-A889C6E3C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87E942D-4FA1-D9A8-F360-FA8179F92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88941AA-0C3C-3381-5871-3F7B0A589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9382482-7730-1E35-84C4-49495E488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490A706-9421-23B7-6E44-ADAB74B36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8B1D859E-7F4E-648F-8251-3F8DEAA7E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05D2CD-DA26-0C69-2F83-2105D9F53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6CB9FA6-B6C2-5BE9-7DC8-D5DE48E01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028BA22-93DF-6122-C86B-04BF4EC9878C}"/>
              </a:ext>
            </a:extLst>
          </p:cNvPr>
          <p:cNvSpPr txBox="1"/>
          <p:nvPr/>
        </p:nvSpPr>
        <p:spPr>
          <a:xfrm>
            <a:off x="3535074" y="19394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01.Introduction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4E119-8E4F-7C3F-9AFF-D0ABF61DF008}"/>
              </a:ext>
            </a:extLst>
          </p:cNvPr>
          <p:cNvSpPr txBox="1"/>
          <p:nvPr/>
        </p:nvSpPr>
        <p:spPr>
          <a:xfrm>
            <a:off x="-3561051" y="1946547"/>
            <a:ext cx="310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734F-5C6E-93EF-5493-33B9611A4DF4}"/>
              </a:ext>
            </a:extLst>
          </p:cNvPr>
          <p:cNvSpPr txBox="1"/>
          <p:nvPr/>
        </p:nvSpPr>
        <p:spPr>
          <a:xfrm>
            <a:off x="13002924" y="18417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7511C-59DD-B117-6973-BC9BB0A4E3D6}"/>
              </a:ext>
            </a:extLst>
          </p:cNvPr>
          <p:cNvSpPr txBox="1"/>
          <p:nvPr/>
        </p:nvSpPr>
        <p:spPr>
          <a:xfrm>
            <a:off x="-3827751" y="34229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8C75B-C12A-4818-B6EF-BB29E023EA02}"/>
              </a:ext>
            </a:extLst>
          </p:cNvPr>
          <p:cNvSpPr txBox="1"/>
          <p:nvPr/>
        </p:nvSpPr>
        <p:spPr>
          <a:xfrm>
            <a:off x="12707649" y="40039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FB6351-4D81-C1AD-81EB-7F2753F4DD26}"/>
              </a:ext>
            </a:extLst>
          </p:cNvPr>
          <p:cNvSpPr txBox="1"/>
          <p:nvPr/>
        </p:nvSpPr>
        <p:spPr>
          <a:xfrm>
            <a:off x="4925724" y="7013847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1104FD-D8F7-7A47-E8CC-D319A2248BF0}"/>
              </a:ext>
            </a:extLst>
          </p:cNvPr>
          <p:cNvSpPr/>
          <p:nvPr/>
        </p:nvSpPr>
        <p:spPr>
          <a:xfrm>
            <a:off x="323854" y="130513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C8BF8-D27A-4DB6-3A0D-9D72C449403F}"/>
              </a:ext>
            </a:extLst>
          </p:cNvPr>
          <p:cNvSpPr txBox="1"/>
          <p:nvPr/>
        </p:nvSpPr>
        <p:spPr>
          <a:xfrm>
            <a:off x="4048125" y="657225"/>
            <a:ext cx="39719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Inter"/>
              </a:rPr>
              <a:t> Bridging the Visibility Gap in Logistics</a:t>
            </a:r>
            <a:endParaRPr lang="en-US" sz="1600" u="sng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5101E4-1E66-AAC7-A784-BEA18C84A91C}"/>
              </a:ext>
            </a:extLst>
          </p:cNvPr>
          <p:cNvSpPr/>
          <p:nvPr/>
        </p:nvSpPr>
        <p:spPr>
          <a:xfrm>
            <a:off x="381090" y="2390475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28600" indent="-228600" algn="just"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GPS ping limitations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: 2-3 pings/day → gaps in tracking over 3-6 day journeys.</a:t>
            </a:r>
          </a:p>
          <a:p>
            <a:pPr marL="228600" indent="-228600" algn="just"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Operational losses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:</a:t>
            </a:r>
          </a:p>
          <a:p>
            <a:pPr marL="228600" lvl="1" indent="-228600" algn="just"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30% pallet loss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 due to undetected deviations.</a:t>
            </a:r>
          </a:p>
          <a:p>
            <a:pPr marL="228600" lvl="1" indent="-228600" algn="just"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20% revenue loss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 from delayed billing.</a:t>
            </a:r>
          </a:p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A364E7-0885-0D64-DADC-E2012F5DDC0F}"/>
              </a:ext>
            </a:extLst>
          </p:cNvPr>
          <p:cNvSpPr/>
          <p:nvPr/>
        </p:nvSpPr>
        <p:spPr>
          <a:xfrm>
            <a:off x="4257679" y="1305131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Market 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2284EE-5B0E-51CF-8AF1-B9A95AF8DC08}"/>
              </a:ext>
            </a:extLst>
          </p:cNvPr>
          <p:cNvSpPr/>
          <p:nvPr/>
        </p:nvSpPr>
        <p:spPr>
          <a:xfrm>
            <a:off x="8153404" y="1305131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C25583-DEDA-5F86-8EC8-ECE06943476A}"/>
              </a:ext>
            </a:extLst>
          </p:cNvPr>
          <p:cNvSpPr/>
          <p:nvPr/>
        </p:nvSpPr>
        <p:spPr>
          <a:xfrm>
            <a:off x="4286340" y="2371424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36.74B(2023)→36.74</a:t>
            </a:r>
            <a:r>
              <a:rPr lang="en-US" sz="2000" i="1" dirty="0">
                <a:solidFill>
                  <a:schemeClr val="tx1"/>
                </a:solidFill>
                <a:ea typeface="+mn-lt"/>
                <a:cs typeface="+mn-lt"/>
              </a:rPr>
              <a:t>B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(2023)→</a:t>
            </a: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53.21B (2032)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: Smart pallet market growth (CAGR: 4.2%).</a:t>
            </a:r>
            <a:endParaRPr lang="en-US" sz="20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Key drivers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: Real-time tracking (45% adoption), security (30%), automation (25%).</a:t>
            </a:r>
            <a:endParaRPr lang="en-US" sz="2000" dirty="0">
              <a:solidFill>
                <a:schemeClr val="tx1"/>
              </a:solidFill>
            </a:endParaRPr>
          </a:p>
          <a:p>
            <a:pPr marL="228600" indent="-228600" algn="just">
              <a:buFont typeface="Arial"/>
              <a:buChar char="•"/>
            </a:pP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686F19-2C9E-3FD0-F337-E229E240E6FB}"/>
              </a:ext>
            </a:extLst>
          </p:cNvPr>
          <p:cNvSpPr/>
          <p:nvPr/>
        </p:nvSpPr>
        <p:spPr>
          <a:xfrm>
            <a:off x="8334465" y="2371424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 algn="just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Reduce pallet loss by 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50%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 and billing delays by 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30%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 through predictive analytics.</a:t>
            </a:r>
            <a:endParaRPr lang="en-US" sz="200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228600" indent="-228600" algn="just">
              <a:buFont typeface="Arial"/>
              <a:buChar char="•"/>
            </a:pP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7005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B1D3D-C296-EF39-47D9-C27D2EBE3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7A6F660-3834-3CF0-4A54-3D316D18F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F3F886E-B8EC-551C-B52F-6787162A6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FCB2EC3-8AAE-BCCC-5E7B-C2FC26863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1553E65-1D5C-1D08-EE2E-3792F46C08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D4259D31-F8E0-C8E5-575A-0020C7E85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6705F262-9F14-6F02-E05C-321B27561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5B9716F-EB0B-44A2-E225-A524AFFAC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B0745B2-78D8-D699-D1E6-7C764E3EE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87468EC-8CDA-4A96-B310-FA66ECFE6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AEF0E6C-7E3A-CB51-B18D-EE7DA40EC5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8F24D59-AA0C-7815-AE73-FD420E73D4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CDA46ED-711F-293F-70BB-3F4E43C8AA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DD3F8F4-8DAD-2E25-5492-9D423DE080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0C6E1B3-F832-6BCF-A57A-C4E637F16F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73696F55-2334-4C33-372F-144885ADE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810F517F-CDAB-0C57-3719-227DD495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23A5190-2413-883E-60CC-95F037E6B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5F593FD-16CF-D0A9-A5FE-C84187FC8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14AF9E3B-A494-228D-C924-903D6DAC9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30A43BF-580C-0D67-5B2A-BA4C0F988E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444B504-8614-93AC-308C-771C4A29D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47A5CD5-3FD4-C550-C968-ADDFF84D2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5DCABD5-2EB2-06CF-C7CC-CA57D3079E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1FEA0C5-69CD-0455-1C6A-BE9BF6B63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9ACA54-2406-3026-09A8-CF03DD766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29467A5-A2FC-EAFE-C8EA-88A1DC668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D03BCCB-7DFD-FCFA-1726-E57ACED29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D19D87E-6544-A860-3436-3692F79CD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FC9E156-BFF6-958D-531F-2421D1BE1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B73B0FA-F76C-A430-B41D-9C9746B8A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7F0F2AE-19D6-AD66-4748-0CED48E40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697F26A-4F7C-FEDD-0705-EA04024F4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2B8D8FA-D95A-14BB-CF73-EE21C022E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77B4E64-8FF9-4DA9-74FE-5BDD09113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79D8870C-A448-FC22-163A-BC4EE509C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0E70598-A3CC-443F-76BC-8B47A06CC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F2B42F2-7B44-0902-DCA5-767AD414C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F858574-D563-C9E3-2177-C0110A0E07E4}"/>
              </a:ext>
            </a:extLst>
          </p:cNvPr>
          <p:cNvSpPr txBox="1"/>
          <p:nvPr/>
        </p:nvSpPr>
        <p:spPr>
          <a:xfrm>
            <a:off x="3535074" y="19394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01.Introduction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4C0B6-C1D1-0457-D42B-ECA34ACE73D3}"/>
              </a:ext>
            </a:extLst>
          </p:cNvPr>
          <p:cNvSpPr txBox="1"/>
          <p:nvPr/>
        </p:nvSpPr>
        <p:spPr>
          <a:xfrm>
            <a:off x="-3561051" y="1946547"/>
            <a:ext cx="310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212D7-9E19-AEB3-D2C3-CF8E69A9D7A3}"/>
              </a:ext>
            </a:extLst>
          </p:cNvPr>
          <p:cNvSpPr txBox="1"/>
          <p:nvPr/>
        </p:nvSpPr>
        <p:spPr>
          <a:xfrm>
            <a:off x="13002924" y="18417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0A33E-4DB8-DC42-051B-DF1A94B53A40}"/>
              </a:ext>
            </a:extLst>
          </p:cNvPr>
          <p:cNvSpPr txBox="1"/>
          <p:nvPr/>
        </p:nvSpPr>
        <p:spPr>
          <a:xfrm>
            <a:off x="-3827751" y="34229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D0BB8-4F66-FFDB-C49C-5D0307879599}"/>
              </a:ext>
            </a:extLst>
          </p:cNvPr>
          <p:cNvSpPr txBox="1"/>
          <p:nvPr/>
        </p:nvSpPr>
        <p:spPr>
          <a:xfrm>
            <a:off x="12707649" y="40039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26B831-60C9-6D91-F31A-C326F01250B9}"/>
              </a:ext>
            </a:extLst>
          </p:cNvPr>
          <p:cNvSpPr txBox="1"/>
          <p:nvPr/>
        </p:nvSpPr>
        <p:spPr>
          <a:xfrm>
            <a:off x="4925724" y="7013847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085817-32DE-515D-AD15-5FB5A04C0A1E}"/>
              </a:ext>
            </a:extLst>
          </p:cNvPr>
          <p:cNvSpPr/>
          <p:nvPr/>
        </p:nvSpPr>
        <p:spPr>
          <a:xfrm>
            <a:off x="304804" y="-1238043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9F8BF3-EB29-ABE8-EE3E-11D1C3C58872}"/>
              </a:ext>
            </a:extLst>
          </p:cNvPr>
          <p:cNvSpPr txBox="1"/>
          <p:nvPr/>
        </p:nvSpPr>
        <p:spPr>
          <a:xfrm>
            <a:off x="4048125" y="657225"/>
            <a:ext cx="39719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404040"/>
                </a:solidFill>
                <a:latin typeface="Inter"/>
              </a:rPr>
              <a:t> Bridging the Visibility Gap in Logistics</a:t>
            </a:r>
            <a:endParaRPr lang="en-US" sz="1600"/>
          </a:p>
        </p:txBody>
      </p:sp>
      <p:pic>
        <p:nvPicPr>
          <p:cNvPr id="17" name="Picture 16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BB654DE9-F3FA-D8F1-8EC8-FDB64300F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905" y="1250576"/>
            <a:ext cx="5316070" cy="524435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AFF1C0-D637-A2C3-94D7-EE3EEF817AA7}"/>
              </a:ext>
            </a:extLst>
          </p:cNvPr>
          <p:cNvSpPr/>
          <p:nvPr/>
        </p:nvSpPr>
        <p:spPr>
          <a:xfrm>
            <a:off x="-7829460" y="2123775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 algn="just">
              <a:buFont typeface="Arial"/>
              <a:buChar char="•"/>
            </a:pPr>
            <a:r>
              <a:rPr lang="en-US" sz="2000" b="1">
                <a:solidFill>
                  <a:srgbClr val="404040"/>
                </a:solidFill>
                <a:latin typeface="Arial"/>
                <a:cs typeface="Arial"/>
              </a:rPr>
              <a:t>GPS ping limitations</a:t>
            </a:r>
            <a:r>
              <a:rPr lang="en-US" sz="2000">
                <a:solidFill>
                  <a:srgbClr val="404040"/>
                </a:solidFill>
                <a:latin typeface="Arial"/>
                <a:cs typeface="Arial"/>
              </a:rPr>
              <a:t>: 2-3 pings/day → gaps in tracking over 3-6 day journeys.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 algn="just">
              <a:buFont typeface="Arial"/>
              <a:buChar char="•"/>
            </a:pPr>
            <a:r>
              <a:rPr lang="en-US" sz="2000" b="1">
                <a:solidFill>
                  <a:srgbClr val="404040"/>
                </a:solidFill>
                <a:latin typeface="Arial"/>
                <a:cs typeface="Arial"/>
              </a:rPr>
              <a:t>Operational losses</a:t>
            </a:r>
            <a:r>
              <a:rPr lang="en-US" sz="200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228600" lvl="1" indent="-228600" algn="just">
              <a:buFont typeface="Arial"/>
              <a:buChar char="•"/>
            </a:pPr>
            <a:r>
              <a:rPr lang="en-US" sz="2000" b="1">
                <a:solidFill>
                  <a:srgbClr val="404040"/>
                </a:solidFill>
                <a:latin typeface="Arial"/>
                <a:cs typeface="Arial"/>
              </a:rPr>
              <a:t>30% pallet loss</a:t>
            </a:r>
            <a:r>
              <a:rPr lang="en-US" sz="2000">
                <a:solidFill>
                  <a:srgbClr val="404040"/>
                </a:solidFill>
                <a:latin typeface="Arial"/>
                <a:cs typeface="Arial"/>
              </a:rPr>
              <a:t> due to undetected deviations.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228600" lvl="1" indent="-228600" algn="just">
              <a:buFont typeface="Arial"/>
              <a:buChar char="•"/>
            </a:pPr>
            <a:r>
              <a:rPr lang="en-US" sz="2000" b="1">
                <a:solidFill>
                  <a:srgbClr val="404040"/>
                </a:solidFill>
                <a:latin typeface="Arial"/>
                <a:cs typeface="Arial"/>
              </a:rPr>
              <a:t>20% revenue loss</a:t>
            </a:r>
            <a:r>
              <a:rPr lang="en-US" sz="2000">
                <a:solidFill>
                  <a:srgbClr val="404040"/>
                </a:solidFill>
                <a:latin typeface="Arial"/>
                <a:cs typeface="Arial"/>
              </a:rPr>
              <a:t> from delayed billing.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CCD104-293C-0D7D-EE65-61B3D9BC860B}"/>
              </a:ext>
            </a:extLst>
          </p:cNvPr>
          <p:cNvSpPr/>
          <p:nvPr/>
        </p:nvSpPr>
        <p:spPr>
          <a:xfrm>
            <a:off x="4238629" y="-1238044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Market 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F46E3E-9AD1-B156-BF36-F7C6A6E4EE19}"/>
              </a:ext>
            </a:extLst>
          </p:cNvPr>
          <p:cNvSpPr/>
          <p:nvPr/>
        </p:nvSpPr>
        <p:spPr>
          <a:xfrm>
            <a:off x="8134354" y="-1238044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43FB39-F9B5-313D-A3D1-23EA88558FE4}"/>
              </a:ext>
            </a:extLst>
          </p:cNvPr>
          <p:cNvSpPr/>
          <p:nvPr/>
        </p:nvSpPr>
        <p:spPr>
          <a:xfrm>
            <a:off x="4400640" y="7676849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36.74B(2023)→36.74</a:t>
            </a:r>
            <a:r>
              <a:rPr lang="en-US" sz="2000" i="1" dirty="0">
                <a:solidFill>
                  <a:srgbClr val="404040"/>
                </a:solidFill>
                <a:ea typeface="+mn-lt"/>
                <a:cs typeface="+mn-lt"/>
              </a:rPr>
              <a:t>B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(2023)→</a:t>
            </a:r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53.21B (2032)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: Smart pallet market growth (CAGR: 4.2%).</a:t>
            </a: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Key drivers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: Real-time tracking (45% adoption), security (30%), automation (25%).</a:t>
            </a:r>
            <a:endParaRPr lang="en-US" sz="2000" dirty="0"/>
          </a:p>
          <a:p>
            <a:pPr marL="228600" indent="-228600" algn="just">
              <a:buFont typeface="Arial"/>
              <a:buChar char="•"/>
            </a:pP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EB68A6-13C5-9348-EB17-9C8D6E6A0A51}"/>
              </a:ext>
            </a:extLst>
          </p:cNvPr>
          <p:cNvSpPr/>
          <p:nvPr/>
        </p:nvSpPr>
        <p:spPr>
          <a:xfrm>
            <a:off x="15582990" y="1838024"/>
            <a:ext cx="3499100" cy="32392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 algn="just">
              <a:buFont typeface="Arial"/>
              <a:buChar char="•"/>
            </a:pP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Reduce pallet loss by </a:t>
            </a:r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50%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 and billing delays by </a:t>
            </a:r>
            <a:r>
              <a:rPr lang="en-US" sz="2000" b="1" dirty="0">
                <a:solidFill>
                  <a:srgbClr val="404040"/>
                </a:solidFill>
                <a:ea typeface="+mn-lt"/>
                <a:cs typeface="+mn-lt"/>
              </a:rPr>
              <a:t>30%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</a:rPr>
              <a:t> through predictive analytics.</a:t>
            </a: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just">
              <a:buFont typeface="Arial"/>
              <a:buChar char="•"/>
            </a:pPr>
            <a:endParaRPr lang="en-US" sz="2000" dirty="0">
              <a:solidFill>
                <a:srgbClr val="40404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480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B6B91-CE1C-76D7-736C-8D20BB09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CCFFBB8-B94F-7A8A-96EA-2BAD29957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A9820E-ABBA-6809-70E6-777E1F448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BF0DB3E-0CA7-2093-7D3B-7E8B18D05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178E3D18-B321-DD2D-FBEE-9CA77DE2EA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50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C35AA546-F5BC-C3E3-E349-3C3C98929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2CC00FA6-B3F7-111B-5AA6-EB13E1DAB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B0349FF-9B8A-8CDC-D963-E2AB44C875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AC4C6C7-AA1F-A029-D944-B51B0F1437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78AAADC-DC3D-36B8-D172-8D13F1D91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577B05A-185A-1DBB-CADA-E159D9DCE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FEE2550-4246-84CB-AA2E-D71493C6E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FA54B36-62E8-4A67-EDAA-773C4523F1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DA835D5-BBDE-B8E7-7383-D622826833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A126E4A-85F6-1F38-4690-F15AA18F7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53A794E5-C1E8-BB49-1E42-7ED466411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DBB9B8E9-EB70-E091-1ED0-31E774C68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9A8B024-1CA3-40CB-0400-972F34DD1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9BFBE1D-A015-A920-A1CA-2F20E1438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DCEFAA1F-FE4F-B503-61D2-90191884E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147C3E0-6BB5-CA6A-4276-862A2D7EC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30D0B00-34C7-514D-2DD5-2CCC75BE09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8A8CF69-0332-E640-1015-6726DA1449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BE98848-B310-E9DF-4978-46C5BF8CC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F3D3007-4B46-1569-6373-B869848D9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B079058-F5F7-A383-E202-80005FC52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95F27FF-5B85-02FF-2194-9FF638610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FEC675E-5C4E-470A-9C6F-DF27E555E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A04F29D-EF77-1451-332D-D7179FC4D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2C01A40-2DF9-CA5E-93A3-323088514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F3B211-016E-91C1-F340-C75D580C8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CFAE1D-5C59-B03D-DDAE-C3E5F3189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863FB18-2149-DAEA-4208-77FD76BFB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0E99664-65A1-D437-9605-52A68C38A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8810937-438F-3277-5DEC-DF83BCA93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15C2BA96-F9D6-8B5B-7464-04B8076B5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A523702-04BD-F6C7-0205-C15FAC876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DF991C4-105E-7A78-DA7F-32C7BEC28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E1F5B4-469E-FE07-882F-E2C8DD5320B1}"/>
              </a:ext>
            </a:extLst>
          </p:cNvPr>
          <p:cNvSpPr txBox="1"/>
          <p:nvPr/>
        </p:nvSpPr>
        <p:spPr>
          <a:xfrm>
            <a:off x="3535074" y="889272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D5CD6-2E10-B354-C07A-80E283C4D2ED}"/>
              </a:ext>
            </a:extLst>
          </p:cNvPr>
          <p:cNvSpPr txBox="1"/>
          <p:nvPr/>
        </p:nvSpPr>
        <p:spPr>
          <a:xfrm>
            <a:off x="582324" y="1879872"/>
            <a:ext cx="310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3E849-79DD-56F3-F56A-7BC8B8FA4790}"/>
              </a:ext>
            </a:extLst>
          </p:cNvPr>
          <p:cNvSpPr txBox="1"/>
          <p:nvPr/>
        </p:nvSpPr>
        <p:spPr>
          <a:xfrm>
            <a:off x="8954799" y="1794147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9AEBB-781B-00D2-8003-E310500B23F7}"/>
              </a:ext>
            </a:extLst>
          </p:cNvPr>
          <p:cNvSpPr txBox="1"/>
          <p:nvPr/>
        </p:nvSpPr>
        <p:spPr>
          <a:xfrm>
            <a:off x="315624" y="3356247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D5588-0D66-5EEA-69AE-B9F2A415E6C0}"/>
              </a:ext>
            </a:extLst>
          </p:cNvPr>
          <p:cNvSpPr txBox="1"/>
          <p:nvPr/>
        </p:nvSpPr>
        <p:spPr>
          <a:xfrm>
            <a:off x="8659524" y="395632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C110C-F35F-B4B6-F6D6-9C9DE2F64A77}"/>
              </a:ext>
            </a:extLst>
          </p:cNvPr>
          <p:cNvSpPr txBox="1"/>
          <p:nvPr/>
        </p:nvSpPr>
        <p:spPr>
          <a:xfrm>
            <a:off x="4859049" y="5070747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A0285-5954-1423-AA84-D655604998BA}"/>
              </a:ext>
            </a:extLst>
          </p:cNvPr>
          <p:cNvSpPr txBox="1"/>
          <p:nvPr/>
        </p:nvSpPr>
        <p:spPr>
          <a:xfrm>
            <a:off x="4181475" y="-781050"/>
            <a:ext cx="39719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404040"/>
                </a:solidFill>
                <a:latin typeface="Inter"/>
              </a:rPr>
              <a:t> Bridging the Visibility Gap in Logistics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53323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1783A-26F8-7111-AB2F-C7B9AF27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5A3C7E9-42D2-49A4-C785-1548D4938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F6D9F2-2E63-60E8-F183-D3E729479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70FB96-F07C-B526-AEB9-C35C7EC4D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AB2FFD88-A240-8CDD-C709-A6D7BE7860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93647937-B764-3DBB-4071-C40F20BB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3A590E82-75F8-BE9C-D728-DEBC771F6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C56F290-7B92-AD58-6C83-E2BCD7C88C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93F8E0F-E5B2-D8B2-BBC6-44A7058603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58B0E97-E082-B603-7AC6-7B672BDD73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330498B-0FF2-F648-938D-3344A20FBF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D5C19F4-19FA-E936-BC42-CCB8B7C8AD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0D470C0-80FD-BC94-05FE-29D1B8C2E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F67B93F-9F85-D905-191B-C45B9017E4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2A7D751-4179-530A-EA4C-EEBD7038E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7D5E4C12-AD44-A270-96AE-EE8F70809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D7AC7896-E2F5-BF16-FEFD-2B2722F8A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AFD58CE-5B69-A3F1-61E7-1DA78F251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5D12D4F-780B-FED7-BBC7-4149D8D5E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4CB19F91-E727-46A1-0017-D5A0C4B4B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A43B6A8-28CE-09F2-6BE2-B0B899041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676B36F-D6FA-33D2-D24C-0D1EE7B630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F89E8C7-D010-8D25-9310-218023D1B5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229BD8F-FDBA-15D9-C9A6-6BB658F00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C067BEA-769C-5832-3B3A-9EB216EBC0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8092BA1-79D0-F250-B5E1-A82917F01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88BF7B-FA9B-F039-63D0-C99466512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535C97A-7E06-CDBF-EA63-DDF2E5CC1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F59722B-8C9E-BDEE-787A-FF16F7ADF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3C2B410-3604-C787-ED3A-5000EF99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5F2D16E-3D35-B101-AA3E-F5EC7BDBA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214A56C-1E74-75F0-BFBF-2BEDC554A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82B6C9D-321F-DD58-E38B-4E03A532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DD33FCC-EF18-CAEB-9567-434425F6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F68EE63-3F90-3117-BC9F-EE39DF092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657F3DA3-3E3D-589F-8625-FF5FF4ED1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54BFEFA-2F6D-CAF0-0A91-6FF043CDD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A3B6AA3-38DC-6F6D-327F-6FF2E4D1A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A5D1A2-5BFC-0D91-C17B-23EA9E5F1EBB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64D29-6E01-EA38-79D0-F815CEB0D7F6}"/>
              </a:ext>
            </a:extLst>
          </p:cNvPr>
          <p:cNvSpPr txBox="1"/>
          <p:nvPr/>
        </p:nvSpPr>
        <p:spPr>
          <a:xfrm>
            <a:off x="3382674" y="2946672"/>
            <a:ext cx="55291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 u="sng" dirty="0">
                <a:latin typeface="Calibri"/>
                <a:ea typeface="Calibri"/>
                <a:cs typeface="Calibri"/>
              </a:rPr>
              <a:t>02.Methodology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71C01-626F-5401-CE1C-29EA45FFE5C5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1E716E-7CFB-040B-3692-A98BA3CCC288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ABF44-2FCE-1A4F-D829-58711AD6C152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F70CF1-2D7F-EB1B-7BC1-A9ADD91ADAA0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888508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99D78-F95F-5236-B89A-17DF777D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A745209-BBC7-6D71-B32A-90BA91A9C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A634C5-CDA9-BCFA-B884-0FB5668A2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CAD788-4620-0E32-9317-D7D678CE6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585A688D-E3D5-8A3D-F88C-AFF486A484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E979A0D8-AF59-C762-FE08-93A05D4A8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E49AED87-5077-CBDA-C43F-FCC16D57B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A1230E5-1FDC-9569-9608-2EDAC0C98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FA169EC-2BFF-4E0A-330B-F9DAF02EA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8F6CC46-C547-01D3-8C07-9E2BF60AB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04B2ADE-EFE7-A3FF-B853-E4C1342C7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045E294-B87F-BF2C-4D63-441DA0025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732F117-50CD-6F92-9A8C-8A99EB8C9E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4151F69-CC71-992D-68F8-C52B201AC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1290B62-2C59-2F4A-B96E-B1D8FD4A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E79E6DDC-F19C-1FAC-6B42-3E890D97E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05488B30-B7CD-FDBD-9DF1-9F37E06F0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415DDC0-D938-3950-3C3A-A351620B7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F8FAAAC-980F-5076-336D-4B6F8FF7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7FFF0BEF-12EB-81BA-2F99-3968C5A34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9EFE22C-8B2A-651A-2221-6B83731F9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640BCFF-30A6-7763-8AC0-78352873F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CDD119C-F683-344F-1E0F-28BE8D48F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B145BF1-ADB9-055F-154F-B35CCE5393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6D39941-9EF7-5BEE-262A-59A8C3B3A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5E353AB-FFF6-7F13-10C9-AEF06D09A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1C94D2D-DDA4-6357-87CE-7A8643708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815F5A-8F8D-A028-C4AC-DC6249A57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80D10DE-0BD0-3FE6-AEEA-78969C840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3F9EB3-B474-5210-6ADA-5BA7B3BD7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8F91C9B-CD45-7B24-D9C3-2C6819F2C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43E0789-44B7-F74E-DD07-8CFEB7A49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25303D8-D7F6-B95D-F3C2-CC8F07F74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9CA346F-033A-1508-60F3-65D275020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C6CBAF5-1704-8B79-A770-BA8777FC0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EAB1D577-69D0-6E7E-E653-8BD70BCA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629B8EF-523A-FFA0-3CFA-DC19DC0B8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35DBEA6-5811-93AA-8D88-0A3B86FFF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6E3313A-E797-0EC3-998B-F032D7EE1533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4CC1B-EA9B-715A-3583-16CAA0EBDBEC}"/>
              </a:ext>
            </a:extLst>
          </p:cNvPr>
          <p:cNvSpPr txBox="1"/>
          <p:nvPr/>
        </p:nvSpPr>
        <p:spPr>
          <a:xfrm>
            <a:off x="3325524" y="1272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02.Methodology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83697-C6B4-BDC0-7D03-941460BB7F7B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75567-D180-7271-587E-2013FCAFC0DF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2504A-BAA1-05BC-FE28-7B3ED5A4FF8D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FF089-35BD-EACC-F63D-0FB4FCBF3A16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91E96-1616-C04B-F894-279DE09D7878}"/>
              </a:ext>
            </a:extLst>
          </p:cNvPr>
          <p:cNvSpPr txBox="1"/>
          <p:nvPr/>
        </p:nvSpPr>
        <p:spPr>
          <a:xfrm>
            <a:off x="4171950" y="539091"/>
            <a:ext cx="38515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 dirty="0">
                <a:solidFill>
                  <a:srgbClr val="404040"/>
                </a:solidFill>
                <a:latin typeface="Inter"/>
              </a:rPr>
              <a:t>From Raw </a:t>
            </a:r>
            <a:r>
              <a:rPr lang="en-US" sz="1600" u="sng" dirty="0">
                <a:solidFill>
                  <a:srgbClr val="404040"/>
                </a:solidFill>
                <a:latin typeface="Inter"/>
              </a:rPr>
              <a:t>Data</a:t>
            </a:r>
            <a:r>
              <a:rPr lang="en-US" u="sng" dirty="0">
                <a:solidFill>
                  <a:srgbClr val="404040"/>
                </a:solidFill>
                <a:latin typeface="Inter"/>
              </a:rPr>
              <a:t> to Actionable Insights</a:t>
            </a:r>
            <a:endParaRPr lang="en-US" u="sng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77ADBDA-2625-6CDD-5314-99CC15D94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606468"/>
              </p:ext>
            </p:extLst>
          </p:nvPr>
        </p:nvGraphicFramePr>
        <p:xfrm>
          <a:off x="600941" y="1330901"/>
          <a:ext cx="10979727" cy="6369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F025B8AC-02D8-E1E8-EE00-C6D52FA07FB7}"/>
              </a:ext>
            </a:extLst>
          </p:cNvPr>
          <p:cNvSpPr/>
          <p:nvPr/>
        </p:nvSpPr>
        <p:spPr>
          <a:xfrm>
            <a:off x="-355019" y="903350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83896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224D4-DF0D-6E2B-D7AC-8F2358E0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AFC3B68-A508-E46A-286C-D352212E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3BD083-170E-C237-FF96-438091BBE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1D89174-5A2A-6688-9F5F-BAF03BE96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D6D42729-923B-F57F-F940-92628DCC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2440D08D-46D7-1ED6-06F9-CDC46C1E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EB3CDAD0-1850-729A-D2C2-FEC17AAF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12D7514-F692-93FC-841C-AD62F29E7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1F9F45-AEB3-2603-ECE5-C77DD1D1F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6156FB4-8219-3662-2E15-C0D7D394FA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774E9C7-613D-409C-58F0-20F17989A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C764C15-018A-FB15-7898-C5154670AB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006DCC5D-27F3-AFCA-02F2-ADB8E1A868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EEED932-B2E3-EEDC-D634-420820484B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CCA92AB-8DFE-EFFD-F21E-F5475DE2C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49135FEA-023D-40D9-FD8B-2ABE2E4CE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655AC86B-329C-13A2-465A-4E545E845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2314FD2-740A-CEA3-2488-E0F4C8D62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AE5B90C-A221-B11B-E35B-FE1AFE809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CB8731C2-A26A-F1D9-9CE1-501945740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AAC575B-B8C1-3C41-CFEB-D39BD0E228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B4C9683-5CE3-8B8D-FC44-6E7ED5519F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AC864EA-FE5C-8FAB-87A4-721FA9FF99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EDFEE21-66C7-3DA7-6F25-07E2A86F9A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1B4C4A3-0094-66B8-AAE7-F8A610C29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0CDE91-E0A1-5DD2-417E-F6869B0A7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6BB916B-5639-227C-5CE3-C313375E3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71276B7-FB0F-BA9B-BFD9-23A642776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ED3D4EB-879E-7EEE-301C-FCF5690F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7490155-9648-A918-1B38-09A1BD43F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0E1B5C5-BD6E-2D4F-6E9C-E1F7994A0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DF1AADD-0632-211F-BAE7-21C75549E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BDF634C-5514-D735-860B-3A558D329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0BCD00C-C1A7-6049-3714-ED2EF28B13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09244EC-27C2-6505-CDDE-4C3101215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C778C958-E2ED-4F77-C822-0EF6875B1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1446DC5-991A-AFDB-FE86-123BB3BA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F8AD126-8FB0-7015-0BA8-BC61BB75D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C4E56A-73DC-9227-A3B6-346058F8F86C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35A79-813F-6465-1170-F5FD77733D2E}"/>
              </a:ext>
            </a:extLst>
          </p:cNvPr>
          <p:cNvSpPr txBox="1"/>
          <p:nvPr/>
        </p:nvSpPr>
        <p:spPr>
          <a:xfrm>
            <a:off x="3325524" y="1272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02.Methodology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EE85D-82DE-EF4B-2D4D-96F1D03863CF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6D3B9-6C8F-09FA-142C-9DBF58B73B80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D277F-DCA9-2EEB-1454-1831A894DDF0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086AA6-B918-F0EB-DF8E-8E0D41F1ED08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96362-A30A-6DBF-D50D-F34CD8F09828}"/>
              </a:ext>
            </a:extLst>
          </p:cNvPr>
          <p:cNvSpPr txBox="1"/>
          <p:nvPr/>
        </p:nvSpPr>
        <p:spPr>
          <a:xfrm>
            <a:off x="4116531" y="604405"/>
            <a:ext cx="394854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Transforming Raw GPS Pings into Usable Data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224E008-B67D-3362-4B7E-59F06594F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468745"/>
              </p:ext>
            </p:extLst>
          </p:nvPr>
        </p:nvGraphicFramePr>
        <p:xfrm>
          <a:off x="15065086" y="1012247"/>
          <a:ext cx="10979727" cy="6369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7B7B106E-5D72-3A13-E1B0-E33D172316A8}"/>
              </a:ext>
            </a:extLst>
          </p:cNvPr>
          <p:cNvSpPr/>
          <p:nvPr/>
        </p:nvSpPr>
        <p:spPr>
          <a:xfrm>
            <a:off x="-368873" y="931059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Data Preprocessing</a:t>
            </a:r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21B8D7BB-7BDE-664B-E8EC-4996D7245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375810"/>
              </p:ext>
            </p:extLst>
          </p:nvPr>
        </p:nvGraphicFramePr>
        <p:xfrm>
          <a:off x="5278582" y="1433945"/>
          <a:ext cx="6331527" cy="509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886" name="Picture 1885" descr="A person sitting on a pile of coins with a computer&#10;&#10;AI-generated content may be incorrect.">
            <a:extLst>
              <a:ext uri="{FF2B5EF4-FFF2-40B4-BE49-F238E27FC236}">
                <a16:creationId xmlns:a16="http://schemas.microsoft.com/office/drawing/2014/main" id="{19213727-5746-5A22-2329-2822EBA206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" y="3439886"/>
            <a:ext cx="522514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F6E5F-CA38-90C2-2A5B-01857781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99661C1-BD6F-B6C9-E225-8C28D7DF4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6B42C6-8A1D-C316-79F3-D9E641C3C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0232C1F-5AA6-AF79-C05C-3B77A255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C5D232D9-6F1C-26F6-48C2-B7F53D2904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AC150B72-4F07-08F8-303C-0446C691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4AD3D99F-0FF7-1060-9761-1884AA322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14308E4-CDB1-0D6B-3FFE-96CD141012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888CE90-CC23-3FB9-34FC-6F61D92D9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695EA1A-53F0-426B-4B36-923F6DFCA9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B830269-819E-59F9-6B38-0044741AC6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F3F142B-380D-1542-4FE4-E241C2FD36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358A6B1-2179-0F8C-7D36-896D50C0CB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E95291B-B7FD-5269-F640-8A8D681F15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B2E8E5F-AFCE-801C-CD74-C731D35BE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FD89ABF0-8665-43BB-2801-FB55D80C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71938554-6FFE-D2E2-9BCF-7B7BE803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1551A22-D32A-9946-AF8B-413E318AC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4BBAF95-D8E9-BE1E-2725-CE3087C77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300595DB-4B38-1121-9CC7-2BF651203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7E3C257-B702-5B27-1E67-ECDD72911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CB8407A-990F-AE67-A99B-6A193B40D0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4E734C7-B8E1-190F-3838-8081379467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C944754-6285-CF62-17D5-AEB5E7BD92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9C79C4C-0A5E-136A-0F35-9BBCA210B9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704FABB-9FA6-E45B-EA5E-D29842960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9547CE-38AC-336C-8A54-275DBBF3F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3534157-2846-05BC-56F1-516C0CD41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9128A9E-B1FF-4EA3-C69B-5BCD138EF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029F6AF-1CA7-642F-1066-798CB71F5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6370F32-FCB0-462D-1433-2CF2685C5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C3DA8DA-3E41-4DCD-4EBB-0AD3BFD4A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99D3025-B7DB-471C-D11A-75103DA0F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67BF8AA-A703-0DBA-BD69-D1C4A5510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71A0CA0-DAC7-E3A9-ED06-AFD87F5353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C9F2E913-438E-00EF-5D3F-82634DF1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94F8C32-08E3-241E-EA57-D840C2370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9E998EE-B9CA-2802-3C2B-C4D12A7D5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AE7A5A-52FB-A2F8-FFBE-4D8E1705861F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FFCF4-8509-D9E7-5C03-2E17331FEB8B}"/>
              </a:ext>
            </a:extLst>
          </p:cNvPr>
          <p:cNvSpPr txBox="1"/>
          <p:nvPr/>
        </p:nvSpPr>
        <p:spPr>
          <a:xfrm>
            <a:off x="3325524" y="1272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02.Methodology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83D01-84EB-7DE3-826C-B9163CE7D28D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F4111-4FCD-F874-9DA1-D90A859362FF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28273-8380-384C-1C09-C316DCC33BFB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A1AB2A-9EFA-D4BF-91E2-96DEFFD1A414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86FAE-8293-7661-B5EB-27355D2F2069}"/>
              </a:ext>
            </a:extLst>
          </p:cNvPr>
          <p:cNvSpPr txBox="1"/>
          <p:nvPr/>
        </p:nvSpPr>
        <p:spPr>
          <a:xfrm>
            <a:off x="3922567" y="604405"/>
            <a:ext cx="4350326" cy="349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Identifying Cohorts and Mapping to Known Routes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177CD5C9-81CB-7399-1A66-F143B49A82D9}"/>
              </a:ext>
            </a:extLst>
          </p:cNvPr>
          <p:cNvSpPr/>
          <p:nvPr/>
        </p:nvSpPr>
        <p:spPr>
          <a:xfrm>
            <a:off x="-202618" y="944914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Clustering &amp; Route Mapping:</a:t>
            </a:r>
          </a:p>
          <a:p>
            <a:pPr algn="ctr"/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Grouping Pallets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F9DCA0E3-18F4-ADAF-08E3-5589EB42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5428932"/>
              </p:ext>
            </p:extLst>
          </p:nvPr>
        </p:nvGraphicFramePr>
        <p:xfrm>
          <a:off x="15517091" y="879763"/>
          <a:ext cx="6331527" cy="509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77" name="Diagram 1876">
            <a:extLst>
              <a:ext uri="{FF2B5EF4-FFF2-40B4-BE49-F238E27FC236}">
                <a16:creationId xmlns:a16="http://schemas.microsoft.com/office/drawing/2014/main" id="{CF0924C3-539B-E299-5708-580A41F0C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506479"/>
              </p:ext>
            </p:extLst>
          </p:nvPr>
        </p:nvGraphicFramePr>
        <p:xfrm>
          <a:off x="3592287" y="-1454728"/>
          <a:ext cx="8229600" cy="9834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01" name="Picture 100" descr="A group of people in a meeting&#10;&#10;AI-generated content may be incorrect.">
            <a:extLst>
              <a:ext uri="{FF2B5EF4-FFF2-40B4-BE49-F238E27FC236}">
                <a16:creationId xmlns:a16="http://schemas.microsoft.com/office/drawing/2014/main" id="{B0C28C3D-89F9-2017-6B1C-503598D1E4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28" y="2764972"/>
            <a:ext cx="4169227" cy="412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73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493AC-B945-C0DC-DFDA-E4FB92DF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B28CF69-5645-5D08-113A-3F978908A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241388-3797-FAB1-4424-B0B9E4DB5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4BA4E7-055E-0588-72D3-A77660432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F7049F65-018C-14C7-56AE-AF0213A5A3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FC49D1C1-4BEE-44F4-8CF2-2F9F6B8EC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AA57E45D-0057-B42F-20A7-453576E0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11513F5-D870-B68C-2305-79307142D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1072ACB-7168-15B8-478A-F046FF3148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526D8E4-51F3-BD33-59E5-B2E55EC2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C4411CA-F4F8-4C7E-AEBE-2893C672D8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7F398C6-55F6-1D34-8AA8-984DD4F5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A7A25E9-6DD4-2D0D-73A0-D89AB21241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891E7A6-3CF4-BBDC-CB1D-2EF7757F27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33FCCB9-74D6-254F-D12D-B7E14D741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BF338950-20C3-15CA-C3C6-89CE356E8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D0B1C397-C4F3-02B3-E9A8-05E49B6AD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1C3CD63-25BB-3289-4F69-008BD7959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3D1C6D9-F091-FCFB-143D-3410D97EC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3F12596E-536F-742F-495F-21AE47ADB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A7E110A-8445-99F5-9840-103734FFFE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B951333-E239-DC74-9D1D-9BDE311C6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382FBEB-4FC1-B46F-BB9E-AE62561F04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AD9BC1A-02B2-1124-07A3-5B77FE7F31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4B8C0D1-1137-7808-BA35-40FE6917DF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9F1160C-2532-AF99-8B5A-EC38BC0A6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AA21B21-8DAD-6D5F-7550-16C81AC07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C7461A3-ACE0-487B-3455-AB50BD36E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9C8C083-2335-383D-46FB-6EC1FB2A5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13A599A-D330-89AD-46DD-F52AACF7B3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9A15C2-9ECB-DD3E-0319-76F9805E4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382B70B-C327-3954-EC8D-84BF323C9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B6F5817-495C-F00A-2BB7-E9D404B65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024A872-A889-7A9D-C0E4-B435B617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ED025CE-72BE-D32B-51C3-D06C9AAD2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C55E55F0-BBF2-536C-1680-A26C2D52B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94EAEA9-7948-A62F-BA73-F5139F302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D5226DE-36FD-AC63-CE60-974682AE2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6167437-32B9-DA10-635A-8B010F70B858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804A5-98C4-7E3D-AC49-F98CD31A7414}"/>
              </a:ext>
            </a:extLst>
          </p:cNvPr>
          <p:cNvSpPr txBox="1"/>
          <p:nvPr/>
        </p:nvSpPr>
        <p:spPr>
          <a:xfrm>
            <a:off x="3325524" y="1272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02.Methodology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187C3-908E-9573-A8B4-23FE1CA4D2C7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59E90-9E7A-B571-26F0-057ED2B6783D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3CB64-ED47-B356-97B0-E14D3C627D95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D3052-7CF2-60C4-44EB-F81401A3845C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0D2C2-5680-03B6-E885-7BD915E426A3}"/>
              </a:ext>
            </a:extLst>
          </p:cNvPr>
          <p:cNvSpPr txBox="1"/>
          <p:nvPr/>
        </p:nvSpPr>
        <p:spPr>
          <a:xfrm>
            <a:off x="4171949" y="604405"/>
            <a:ext cx="38377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Isolation Forest for Spatial Outlier Detection</a:t>
            </a:r>
            <a:endParaRPr lang="en-US" sz="1600" u="sng">
              <a:latin typeface="Calibri"/>
              <a:ea typeface="+mn-lt"/>
              <a:cs typeface="+mn-lt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C35B7CD0-F700-EBDF-DB9C-097A8DD8B92E}"/>
              </a:ext>
            </a:extLst>
          </p:cNvPr>
          <p:cNvSpPr/>
          <p:nvPr/>
        </p:nvSpPr>
        <p:spPr>
          <a:xfrm>
            <a:off x="-202618" y="931059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Anomaly Detection: Flagging Off-Route Pallets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877" name="Diagram 1876">
            <a:extLst>
              <a:ext uri="{FF2B5EF4-FFF2-40B4-BE49-F238E27FC236}">
                <a16:creationId xmlns:a16="http://schemas.microsoft.com/office/drawing/2014/main" id="{692409FA-27A9-D9C1-59B0-472949C9C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04292"/>
              </p:ext>
            </p:extLst>
          </p:nvPr>
        </p:nvGraphicFramePr>
        <p:xfrm>
          <a:off x="15240001" y="-1475509"/>
          <a:ext cx="8229600" cy="9878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2" name="Diagram 81">
            <a:extLst>
              <a:ext uri="{FF2B5EF4-FFF2-40B4-BE49-F238E27FC236}">
                <a16:creationId xmlns:a16="http://schemas.microsoft.com/office/drawing/2014/main" id="{3A8343E5-152F-ED45-8E4F-545086EA8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0008537"/>
              </p:ext>
            </p:extLst>
          </p:nvPr>
        </p:nvGraphicFramePr>
        <p:xfrm>
          <a:off x="2642259" y="744186"/>
          <a:ext cx="9615053" cy="6123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81" name="Picture 80" descr="A group of people working on a conveyor belt&#10;&#10;AI-generated content may be incorrect.">
            <a:extLst>
              <a:ext uri="{FF2B5EF4-FFF2-40B4-BE49-F238E27FC236}">
                <a16:creationId xmlns:a16="http://schemas.microsoft.com/office/drawing/2014/main" id="{7AC40457-C511-406F-CD55-4561F8014A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29" y="3178629"/>
            <a:ext cx="3679371" cy="369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38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7F376-FF98-468C-7DB3-25674F8D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A8D8A42-CFDF-4CBF-1A7F-5D56E7A9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028451-267A-2F62-F4C1-6ACC896F3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C97B6CE-E5E1-F548-E4A5-4A4D4696E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4CC969B8-FC40-3387-0DB9-575E8FF44B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B5A0295E-0D88-DC8E-C3CA-1B4B93B43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BE794C15-1088-8228-52B1-CB8EE894D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41A462F-227D-6E33-8C8C-588E66B3B6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8B9FD14-7D0E-A25B-7E90-E02ADBB69D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FBF0D99-9DD6-603B-E62A-1907B013B5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95A31BA-343E-5F80-F85F-401CD0949E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E655FDC-70C9-289D-E3EA-9F0D466CCF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656F143-1407-335E-79BA-BE6F6A4754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24893B8-CE49-1BF8-80DC-2A21329F0E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59A003A-D576-7530-C71D-AEBDE7D41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36D8F136-649A-0AF9-6EDC-A071A779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F60238E6-10EB-31C8-4943-0603D768B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43D1C8F-C8AF-D2CC-6D99-07B014679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8C738D9-7AEE-D675-05ED-636F39233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D84D2A80-1A37-356A-C1D1-6FC409FA4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715045F-787B-8C75-576C-F74C859D32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310CD35-03F3-46D2-AFE9-E75BABFDC7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842A356-3678-15DE-7922-8E2E97B808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21FE774-5E5F-CCA2-FC32-88B7C99BCA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816C2EF-7715-7A91-7FF9-ECB79855E8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E8B46F-F1C3-B505-CCB4-690DED830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EE76063-BC55-623B-B99E-67568FD7D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0B3C01-E5B0-A8B2-AA8F-8736F234D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E350928-9F82-10E5-CC33-8A09EF3C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B9D0E62-0D06-4FD4-7876-BE7E1A732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5CAFB3C-1CAD-486F-86F4-0E53F7524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F55E64F-12AD-53E7-B5AF-B1DB619D1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122783B-A726-0176-4F8A-D3B32A8C25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1BD21BD-9154-D927-F637-1D1E31D7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8E52C5B-EAB2-CC34-9161-2901300C0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8CC7FB0B-98E2-1736-D4CA-A8DEF75DF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4A125D3-A27D-EB2F-8398-EE840829A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E5EC04A-FBCD-DCDA-563C-5DFA6CC8EF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B45C400-B7F3-0604-438B-26896D0E71F9}"/>
              </a:ext>
            </a:extLst>
          </p:cNvPr>
          <p:cNvSpPr txBox="1"/>
          <p:nvPr/>
        </p:nvSpPr>
        <p:spPr>
          <a:xfrm>
            <a:off x="3477924" y="-47280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FE77E-A82B-2E4F-C65E-E4CDEAB216A5}"/>
              </a:ext>
            </a:extLst>
          </p:cNvPr>
          <p:cNvSpPr txBox="1"/>
          <p:nvPr/>
        </p:nvSpPr>
        <p:spPr>
          <a:xfrm>
            <a:off x="3325524" y="1272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02.Methodology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8D754-95E7-D75B-B9E8-AB741F08C8F6}"/>
              </a:ext>
            </a:extLst>
          </p:cNvPr>
          <p:cNvSpPr txBox="1"/>
          <p:nvPr/>
        </p:nvSpPr>
        <p:spPr>
          <a:xfrm>
            <a:off x="12974349" y="1689372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2787A-4A98-6D50-B6A3-EA2A5D33A4BB}"/>
              </a:ext>
            </a:extLst>
          </p:cNvPr>
          <p:cNvSpPr txBox="1"/>
          <p:nvPr/>
        </p:nvSpPr>
        <p:spPr>
          <a:xfrm>
            <a:off x="-364677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A090B-00A0-67AE-6AB0-75272536EDB3}"/>
              </a:ext>
            </a:extLst>
          </p:cNvPr>
          <p:cNvSpPr txBox="1"/>
          <p:nvPr/>
        </p:nvSpPr>
        <p:spPr>
          <a:xfrm>
            <a:off x="12679074" y="3851547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40A74-F316-6E5B-FAC8-BB6FABEEB4AE}"/>
              </a:ext>
            </a:extLst>
          </p:cNvPr>
          <p:cNvSpPr txBox="1"/>
          <p:nvPr/>
        </p:nvSpPr>
        <p:spPr>
          <a:xfrm>
            <a:off x="4916199" y="704242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04C28-40DA-0D13-71F9-5BD4D24CDB56}"/>
              </a:ext>
            </a:extLst>
          </p:cNvPr>
          <p:cNvSpPr txBox="1"/>
          <p:nvPr/>
        </p:nvSpPr>
        <p:spPr>
          <a:xfrm>
            <a:off x="3700894" y="590550"/>
            <a:ext cx="4668980" cy="349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Real-Time Alerts for Deviations and Stationary Pallets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60A6D15C-0D54-D518-B9E1-AE7D5E3137B3}"/>
              </a:ext>
            </a:extLst>
          </p:cNvPr>
          <p:cNvSpPr/>
          <p:nvPr/>
        </p:nvSpPr>
        <p:spPr>
          <a:xfrm>
            <a:off x="-202618" y="931059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Alert System: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 Proactive Intervention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2" name="Diagram 81">
            <a:extLst>
              <a:ext uri="{FF2B5EF4-FFF2-40B4-BE49-F238E27FC236}">
                <a16:creationId xmlns:a16="http://schemas.microsoft.com/office/drawing/2014/main" id="{B5CE7E29-3C8B-B001-CAB4-7C65152921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645872"/>
              </p:ext>
            </p:extLst>
          </p:nvPr>
        </p:nvGraphicFramePr>
        <p:xfrm>
          <a:off x="14491854" y="408708"/>
          <a:ext cx="9615053" cy="6123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CEE6F7A7-2226-6B5E-38E4-D1F063587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259515"/>
              </p:ext>
            </p:extLst>
          </p:nvPr>
        </p:nvGraphicFramePr>
        <p:xfrm>
          <a:off x="4794661" y="1209302"/>
          <a:ext cx="6927272" cy="5292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952" name="Minus Sign 1951">
            <a:extLst>
              <a:ext uri="{FF2B5EF4-FFF2-40B4-BE49-F238E27FC236}">
                <a16:creationId xmlns:a16="http://schemas.microsoft.com/office/drawing/2014/main" id="{ADC3894E-4E43-ECDB-73CD-E516BB197B6C}"/>
              </a:ext>
            </a:extLst>
          </p:cNvPr>
          <p:cNvSpPr/>
          <p:nvPr/>
        </p:nvSpPr>
        <p:spPr>
          <a:xfrm rot="18060000">
            <a:off x="5905033" y="3485644"/>
            <a:ext cx="1226127" cy="900545"/>
          </a:xfrm>
          <a:prstGeom prst="mathMin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D5E1162-BEE0-BBFF-33CF-472687971192}"/>
              </a:ext>
            </a:extLst>
          </p:cNvPr>
          <p:cNvSpPr/>
          <p:nvPr/>
        </p:nvSpPr>
        <p:spPr>
          <a:xfrm>
            <a:off x="544286" y="4422321"/>
            <a:ext cx="3796392" cy="258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 descr="A table with numbers and names&#10;&#10;AI-generated content may be incorrect.">
            <a:extLst>
              <a:ext uri="{FF2B5EF4-FFF2-40B4-BE49-F238E27FC236}">
                <a16:creationId xmlns:a16="http://schemas.microsoft.com/office/drawing/2014/main" id="{4B5DD843-3B42-E3FD-E535-ACFFAA2850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98" y="2026506"/>
            <a:ext cx="4527631" cy="480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60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B7ECD-0C91-573E-0289-F0CFEB09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E951B1B-F909-E9ED-9E0E-7C8DFAA55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E973CA-126A-EFAC-B30C-B20CA289E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272DA82-8360-E3C9-C39F-5CE0E34A0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B5345899-BADA-7FB9-D9DA-69C6DFC9D2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192FBEFC-E9EC-212A-DE0E-872927493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5DDECF21-D45C-77FC-B9CB-69103B55C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CC9E2BB-7419-AAC4-3CDB-64C21BF1F4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DD7759C-28AD-B2B1-D402-42988FEC0B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A14142A-6347-03DE-F43B-EF1BBD01C6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C913945-1C29-18CB-EB06-1162FBCEDA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7653B25-7813-E795-B2C4-9E85E07067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7E31561-2429-3AD5-09E5-90D992E77B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826099-C4F1-CB6F-A8A4-8FF0BE59D8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C751DFE-2F5F-E129-466B-C85067F97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85B19543-E594-83DC-29D5-C6E848769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D1C79690-6DE0-65B5-67E5-0F2F4BF21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5F8BE70-4E7D-64CA-12E4-DBD39A80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85EFEC0-0BC0-77E4-50CE-F53B7D8DA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54A133C5-4029-E38F-3AAA-5AF982EF3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1A67425-C339-6A07-4D89-25AA19A4CC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DB16A5B-BCAA-68C9-4630-C53A2D2A4C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9D1FC8F-D341-5FAE-37ED-95C1C3A132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CF342DC-9FE3-3F1C-4BD2-3B4B6E9F33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47CB5C7-BE0F-9E23-E936-092B34E489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51516BD-4E10-C8DD-C0A6-29AC7C437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556DF3B-D100-DB1E-FA1E-FFE46B975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DDE24A4-FABE-89AA-8FFB-7F69AFAD1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A878565-CF2E-42E7-07DE-4936170F9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75C190A-B4EE-186F-2694-8C9B2096C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EAA629C-DDA3-1F8B-BD9A-EE291760E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A48E213-BDAB-8D94-0F4D-42DC18C3A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5A738BF-6779-3732-5031-32A3920EFD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A0D7A7A-C045-3F69-D22C-F41D00E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356BDE9-A695-C99F-5C4C-B957CE6AA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2D663832-D1FD-8C0A-C8EB-3B9A6670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364AC43-4D23-0025-B29D-1249FDF8C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ED3967-E45C-AAE0-3690-2B9C6DA96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BC4342-303A-3C94-8E49-B8C44FA814A5}"/>
              </a:ext>
            </a:extLst>
          </p:cNvPr>
          <p:cNvSpPr txBox="1"/>
          <p:nvPr/>
        </p:nvSpPr>
        <p:spPr>
          <a:xfrm>
            <a:off x="3594161" y="650824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5F867-1982-AC61-9AF2-642AF914B19B}"/>
              </a:ext>
            </a:extLst>
          </p:cNvPr>
          <p:cNvSpPr txBox="1"/>
          <p:nvPr/>
        </p:nvSpPr>
        <p:spPr>
          <a:xfrm>
            <a:off x="-36823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69186-2A89-860B-ABA4-5023BDAB0898}"/>
              </a:ext>
            </a:extLst>
          </p:cNvPr>
          <p:cNvSpPr txBox="1"/>
          <p:nvPr/>
        </p:nvSpPr>
        <p:spPr>
          <a:xfrm>
            <a:off x="8983535" y="1560219"/>
            <a:ext cx="1928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Analysis</a:t>
            </a:r>
            <a:endParaRPr lang="en-US" sz="4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CD1C53-8183-92FA-00A4-E8B2D7CEEA0A}"/>
              </a:ext>
            </a:extLst>
          </p:cNvPr>
          <p:cNvSpPr txBox="1"/>
          <p:nvPr/>
        </p:nvSpPr>
        <p:spPr>
          <a:xfrm>
            <a:off x="757326" y="3461022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AAC15-92F6-D60E-31C2-1E5F0E1C79A5}"/>
              </a:ext>
            </a:extLst>
          </p:cNvPr>
          <p:cNvSpPr txBox="1"/>
          <p:nvPr/>
        </p:nvSpPr>
        <p:spPr>
          <a:xfrm>
            <a:off x="8688260" y="3722394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0B25DE-B4BA-B5A6-FFAF-A4CBECBAC2DF}"/>
              </a:ext>
            </a:extLst>
          </p:cNvPr>
          <p:cNvSpPr txBox="1"/>
          <p:nvPr/>
        </p:nvSpPr>
        <p:spPr>
          <a:xfrm>
            <a:off x="4929114" y="4782252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37AF0-9785-5859-C82C-F1E1EE4E0690}"/>
              </a:ext>
            </a:extLst>
          </p:cNvPr>
          <p:cNvSpPr txBox="1"/>
          <p:nvPr/>
        </p:nvSpPr>
        <p:spPr>
          <a:xfrm>
            <a:off x="3700894" y="-817213"/>
            <a:ext cx="4668980" cy="349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Real-Time Alerts for Deviations and Stationary Pallets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8134D720-482D-CA4D-BD28-CF8F6FFCC9C6}"/>
              </a:ext>
            </a:extLst>
          </p:cNvPr>
          <p:cNvSpPr/>
          <p:nvPr/>
        </p:nvSpPr>
        <p:spPr>
          <a:xfrm>
            <a:off x="-4054182" y="931059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Alert System: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 Proactive Intervention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80234EBC-FDB4-D300-C30E-428A8B756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7411470"/>
              </p:ext>
            </p:extLst>
          </p:nvPr>
        </p:nvGraphicFramePr>
        <p:xfrm>
          <a:off x="15544799" y="879762"/>
          <a:ext cx="6927272" cy="5292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52" name="Minus Sign 1951">
            <a:extLst>
              <a:ext uri="{FF2B5EF4-FFF2-40B4-BE49-F238E27FC236}">
                <a16:creationId xmlns:a16="http://schemas.microsoft.com/office/drawing/2014/main" id="{5FF193B8-E6B2-F2F6-FC70-5652984EC4A6}"/>
              </a:ext>
            </a:extLst>
          </p:cNvPr>
          <p:cNvSpPr/>
          <p:nvPr/>
        </p:nvSpPr>
        <p:spPr>
          <a:xfrm rot="18060000">
            <a:off x="16655171" y="3156104"/>
            <a:ext cx="1226127" cy="900545"/>
          </a:xfrm>
          <a:prstGeom prst="mathMin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06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4DF4F-73B1-2430-9180-35013C19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6F33EE4-5C0D-EE82-26D9-558E701AE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2021BA-84CE-1710-DE97-1F38A3B29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A83BF57-65F6-FDC9-A657-9E9A06AF0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41088D71-9B2F-ACEE-FCFD-FEBAF49C58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4C3054B3-1DA2-0201-5CDF-41A6B2D88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5B19EF6A-06E3-DFB4-BBBC-769BCDBD5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55AD798F-E711-BD10-4221-2A962A636C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839785D-0276-0EFC-77C7-1634778C9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59A2371-AF32-7507-71FA-B821691E99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9BD9A66-9195-44CD-F23B-47554A04E6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F329B30-57AB-93A9-D593-D578FE93D9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E91F2C7-34B7-D0BA-C3BE-1E10E1437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8892AEF-5927-C0EC-EEA9-109647BFEA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2AD18B0-0213-4AAA-6BA5-6965DA46B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1EAFB6EA-6C5E-89C0-A3BB-A67628BA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7875EDC4-B76F-4E0B-D691-BCC9BCAC4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C3B6CF0-D9A6-E4C7-D22F-C5FE78F05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39378E5-3841-F39F-3FE7-6BA1CF26F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5BFE4F6F-0E1F-4851-7401-FB6BC7209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F6D7F85-CACD-A976-601B-66171B03D7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5AA67D4-DD1D-2251-7763-5831A1C6D6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661C1E0-F870-116E-F59C-FDC95F338B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BA6BDC9-5459-ED43-DB31-71421E0261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5AEB5DC-3F66-BC5D-636F-9E9169E55B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2C097B4-33FA-C3B8-4608-0BDD50276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C10C97-8DF9-2795-99BA-8902D487D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A57EFA4-D935-E738-3AF6-5E2A04243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F5A4F6F-0DD6-77B5-115F-669E852B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847F89-8CCD-F028-E4F0-7F65368A3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C94E705-A627-9399-7F75-92D4822ED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526AF2F-7BC4-F426-DFCD-ABE5BC8CF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4C70FFB-4DAE-2931-8680-9B4977D2C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DF1D16-F988-3AAD-7027-A0B998FFF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0F0DBE-2E87-53DB-1D9A-7145720F1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CF62D832-1223-DAC1-1B97-BC1384C6A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4CACA7B-CC5C-55C8-8A81-8A684B591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7BA0F4E-7D2C-AAC4-3982-B42CD14CB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A6A4F8-B587-5F43-83FB-9973F966011F}"/>
              </a:ext>
            </a:extLst>
          </p:cNvPr>
          <p:cNvSpPr txBox="1"/>
          <p:nvPr/>
        </p:nvSpPr>
        <p:spPr>
          <a:xfrm>
            <a:off x="3594161" y="-43405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3A3C0-4C0C-79A7-0399-776012E390CB}"/>
              </a:ext>
            </a:extLst>
          </p:cNvPr>
          <p:cNvSpPr txBox="1"/>
          <p:nvPr/>
        </p:nvSpPr>
        <p:spPr>
          <a:xfrm>
            <a:off x="-44236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3EC1B-319E-611F-73DE-B17F3F630A25}"/>
              </a:ext>
            </a:extLst>
          </p:cNvPr>
          <p:cNvSpPr txBox="1"/>
          <p:nvPr/>
        </p:nvSpPr>
        <p:spPr>
          <a:xfrm>
            <a:off x="2900450" y="2864659"/>
            <a:ext cx="651365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 dirty="0">
                <a:latin typeface="Calibri"/>
                <a:ea typeface="Calibri"/>
                <a:cs typeface="Calibri"/>
              </a:rPr>
              <a:t>03.Output Analysis</a:t>
            </a:r>
            <a:endParaRPr lang="en-US" sz="6000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0AB6F-A9EA-1CA1-AA14-B45649868CF5}"/>
              </a:ext>
            </a:extLst>
          </p:cNvPr>
          <p:cNvSpPr txBox="1"/>
          <p:nvPr/>
        </p:nvSpPr>
        <p:spPr>
          <a:xfrm>
            <a:off x="-3659691" y="3603090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0D212-3955-23DB-0FB5-E8824D128007}"/>
              </a:ext>
            </a:extLst>
          </p:cNvPr>
          <p:cNvSpPr txBox="1"/>
          <p:nvPr/>
        </p:nvSpPr>
        <p:spPr>
          <a:xfrm>
            <a:off x="12498260" y="36449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2AE4F-BBC5-9F57-C746-CA8EE51FFF65}"/>
              </a:ext>
            </a:extLst>
          </p:cNvPr>
          <p:cNvSpPr txBox="1"/>
          <p:nvPr/>
        </p:nvSpPr>
        <p:spPr>
          <a:xfrm>
            <a:off x="4929114" y="7365303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C9AD3-A3E1-369D-D36A-A5AA0B901EB8}"/>
              </a:ext>
            </a:extLst>
          </p:cNvPr>
          <p:cNvSpPr txBox="1"/>
          <p:nvPr/>
        </p:nvSpPr>
        <p:spPr>
          <a:xfrm>
            <a:off x="3700894" y="-817213"/>
            <a:ext cx="4668980" cy="349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Real-Time Alerts for Deviations and Stationary Pallets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4B8259B0-BC3D-E78C-8B55-627910598D2B}"/>
              </a:ext>
            </a:extLst>
          </p:cNvPr>
          <p:cNvSpPr/>
          <p:nvPr/>
        </p:nvSpPr>
        <p:spPr>
          <a:xfrm>
            <a:off x="-4054182" y="931059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Alert System: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 Proactive Intervention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8792AF2A-EB5D-7718-0688-22BD42E7C9A2}"/>
              </a:ext>
            </a:extLst>
          </p:cNvPr>
          <p:cNvGraphicFramePr/>
          <p:nvPr/>
        </p:nvGraphicFramePr>
        <p:xfrm>
          <a:off x="15544799" y="879762"/>
          <a:ext cx="6927272" cy="5292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52" name="Minus Sign 1951">
            <a:extLst>
              <a:ext uri="{FF2B5EF4-FFF2-40B4-BE49-F238E27FC236}">
                <a16:creationId xmlns:a16="http://schemas.microsoft.com/office/drawing/2014/main" id="{7A8A96CB-9245-86BC-D37E-5D5A321030B5}"/>
              </a:ext>
            </a:extLst>
          </p:cNvPr>
          <p:cNvSpPr/>
          <p:nvPr/>
        </p:nvSpPr>
        <p:spPr>
          <a:xfrm rot="18060000">
            <a:off x="16655171" y="3156104"/>
            <a:ext cx="1226127" cy="900545"/>
          </a:xfrm>
          <a:prstGeom prst="mathMin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95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C5C9C-96ED-9FD4-6C72-4B8E04E9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A38FF1B-1B12-1E99-2415-835459F59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25342D-57CC-2D3C-D300-2A0642E3D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F8E079-4D87-3D8F-23BB-114C65C49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57F34FA3-5D74-CE3B-C6B4-D8C9DDF703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C73F1BDC-BDE8-6E83-05B4-1FD32D604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E16139FA-0687-0588-564D-AD6520CC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01F0CDD-7D67-A0C9-455E-975ECA0891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FE371B7-2171-CFC7-B4A9-48339BF883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6C7E496-E196-C0FC-D126-31550F3A9A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12E3D4B-B758-8064-2D02-FFDB5514DA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D61CBF1-2CED-8E1D-59D5-E4D350A2E8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282DDBC-3D89-EE51-E674-EF0A57CA9B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13D2B81-29D0-030E-4B0E-1BD1EA7B04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8B0B7A8-83DD-A081-E4BD-4EFEB62840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5037F8DE-D544-DD7D-1F6C-29439C0D2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9F28D15B-ABCA-F3BD-46FF-793BD55E3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6CA1AB6-CEEE-A32E-9029-6AD3A288B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1043724-1D0D-12E4-461D-0F55BFD45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A8F1AD74-8D4F-75E6-AC8D-BC44CF95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128A423-EE74-E9E7-2215-AD9D2ABA1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F3C9587-A729-3344-6AE3-A7FC4D1C7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7A263CE-79B7-D9D8-3AEE-E3267596FA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C9D89F9-162D-8B75-67E8-2F01ED567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374E99B-B162-8EE2-CEB1-BCE4CBDE16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FC9F446-57C1-6754-E0BF-33ED0469D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ECDC08B-4A63-639B-1302-9614BC20B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0A54DBA-5161-37F4-CA7C-8C9106BEE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CCB9EC7-BB58-54D9-2A64-0144AD777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FC8D44-EB41-F905-694D-C9274A0A2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8B7EC61-273C-A2E9-F2E7-1A6CD204B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BD85187-3484-0EF2-6235-1003695C3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A153A1-811E-946C-3A74-FFD1239F8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F31358F-952E-229F-202B-EB7B156E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ABB4282-6DE4-CF52-6E03-9819762AF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69C369F6-0C04-105C-B01A-D3EFB9B58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F23A985-6A33-8315-42C8-3C962AC12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BA98F6B-09EA-EBCA-A164-126E5A936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DA91B10-A735-372E-2DFA-73B0E8FCEA22}"/>
              </a:ext>
            </a:extLst>
          </p:cNvPr>
          <p:cNvSpPr txBox="1"/>
          <p:nvPr/>
        </p:nvSpPr>
        <p:spPr>
          <a:xfrm>
            <a:off x="3594161" y="-43405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18541-F02D-D69C-F573-3D925FA1EABF}"/>
              </a:ext>
            </a:extLst>
          </p:cNvPr>
          <p:cNvSpPr txBox="1"/>
          <p:nvPr/>
        </p:nvSpPr>
        <p:spPr>
          <a:xfrm>
            <a:off x="-44236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CFCF7-11A6-3A2E-5445-D90CDD8F888F}"/>
              </a:ext>
            </a:extLst>
          </p:cNvPr>
          <p:cNvSpPr txBox="1"/>
          <p:nvPr/>
        </p:nvSpPr>
        <p:spPr>
          <a:xfrm>
            <a:off x="4773162" y="36219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03.Output Analysis</a:t>
            </a:r>
            <a:endParaRPr lang="en-US" sz="2400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A1AC27-44CC-2216-F111-AA796CFA2363}"/>
              </a:ext>
            </a:extLst>
          </p:cNvPr>
          <p:cNvSpPr txBox="1"/>
          <p:nvPr/>
        </p:nvSpPr>
        <p:spPr>
          <a:xfrm>
            <a:off x="-3659691" y="3603090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2DB2E-5960-D19B-03E6-A39462745C89}"/>
              </a:ext>
            </a:extLst>
          </p:cNvPr>
          <p:cNvSpPr txBox="1"/>
          <p:nvPr/>
        </p:nvSpPr>
        <p:spPr>
          <a:xfrm>
            <a:off x="12498260" y="36449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D0E552-0678-665B-CD89-F1CA9498BB69}"/>
              </a:ext>
            </a:extLst>
          </p:cNvPr>
          <p:cNvSpPr txBox="1"/>
          <p:nvPr/>
        </p:nvSpPr>
        <p:spPr>
          <a:xfrm>
            <a:off x="4929114" y="7365303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75C47-5B7C-3B88-7960-063B1184CBE9}"/>
              </a:ext>
            </a:extLst>
          </p:cNvPr>
          <p:cNvSpPr txBox="1"/>
          <p:nvPr/>
        </p:nvSpPr>
        <p:spPr>
          <a:xfrm>
            <a:off x="3700894" y="500143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Route Adherence: Measuring Compliance</a:t>
            </a:r>
            <a:endParaRPr lang="en-US" sz="1600" u="sng">
              <a:latin typeface="Calibri"/>
              <a:ea typeface="+mn-lt"/>
              <a:cs typeface="+mn-lt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6E0193ED-504E-E8F3-DB8C-5B90E664223C}"/>
              </a:ext>
            </a:extLst>
          </p:cNvPr>
          <p:cNvSpPr/>
          <p:nvPr/>
        </p:nvSpPr>
        <p:spPr>
          <a:xfrm>
            <a:off x="-89199" y="84065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Next LT Pro"/>
                <a:ea typeface="Calibri"/>
                <a:cs typeface="Calibri"/>
              </a:rPr>
              <a:t>Results</a:t>
            </a:r>
          </a:p>
        </p:txBody>
      </p: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21732C8F-AA97-5586-E048-99D073966F13}"/>
              </a:ext>
            </a:extLst>
          </p:cNvPr>
          <p:cNvGraphicFramePr/>
          <p:nvPr/>
        </p:nvGraphicFramePr>
        <p:xfrm>
          <a:off x="15544799" y="879762"/>
          <a:ext cx="6927272" cy="5292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52" name="Minus Sign 1951">
            <a:extLst>
              <a:ext uri="{FF2B5EF4-FFF2-40B4-BE49-F238E27FC236}">
                <a16:creationId xmlns:a16="http://schemas.microsoft.com/office/drawing/2014/main" id="{621613D2-7D02-1587-8A0D-BA98BF6933A8}"/>
              </a:ext>
            </a:extLst>
          </p:cNvPr>
          <p:cNvSpPr/>
          <p:nvPr/>
        </p:nvSpPr>
        <p:spPr>
          <a:xfrm rot="18060000">
            <a:off x="16655171" y="3156104"/>
            <a:ext cx="1226127" cy="900545"/>
          </a:xfrm>
          <a:prstGeom prst="mathMin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C6F15A45-4A11-147E-0FFC-483BC8EA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2503864"/>
              </p:ext>
            </p:extLst>
          </p:nvPr>
        </p:nvGraphicFramePr>
        <p:xfrm>
          <a:off x="6036221" y="1802600"/>
          <a:ext cx="5852272" cy="331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81" name="Picture 80" descr="A graph of red bars with white text&#10;&#10;AI-generated content may be incorrect.">
            <a:extLst>
              <a:ext uri="{FF2B5EF4-FFF2-40B4-BE49-F238E27FC236}">
                <a16:creationId xmlns:a16="http://schemas.microsoft.com/office/drawing/2014/main" id="{27EEDED4-3C32-B5DA-EF24-DC29E712EB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927" y="2196283"/>
            <a:ext cx="5868362" cy="466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91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0F81E-234E-D478-A9F9-2966B645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00B42C7-9A6A-8FE5-2F59-CCC70C888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44EBA4-A0F9-C5D0-DD46-232D5026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D7AF90C-50EA-1F71-7C61-254FF24C6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6DE6EA4A-437D-23C4-CD23-624FEDEA3A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61FFDEBE-93F0-D44C-581C-85D8F2A9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7A1AB4FA-1EBE-6021-B853-8BB9E6D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CE0E8AC-EB96-3813-443C-6A1DE4C03F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3037571-727E-EC14-596C-86C59DF2C9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E042892-CBE5-5253-FE49-BBCAAD12D1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50D0404-DE30-EA87-B430-D9569B461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D904D4F-6D97-409B-597F-A615FAFF15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CA647E0-94A1-0652-333E-8522B3F146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9129C57-CE9E-B230-4F3B-F92578A390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95428-3C42-CFB4-84B1-B4733A4BC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6455E2F3-EEBB-769A-789E-255AE0B7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205877D3-2775-EE28-A0FA-F4B5FB4FE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E65D552-B845-558B-C0EF-2327142F3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8397714-2643-804B-6483-2C8CF0A86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8F4AF5C8-51F3-82E0-B240-7EBB28A00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878F04E-E592-9EAC-F831-067F7D667E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CD9A6A3-6B5E-91E3-8506-0CC54F2EF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F1EE19E-00AE-9963-8441-07A4A90EDF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02B4A3C-FF37-E454-6D99-371CC3602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82B34C3-AA4D-0F11-94F7-FFE22F6E99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C625CFF-C8C3-2A56-3A63-BC9C4561C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E6806CE-96E6-249C-FCBC-50A72E43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90788E1-3250-587E-314B-D21638F5E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4031C1-9B56-9606-4A0D-416F3A7D7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B9CD36B-CFE9-936A-10C3-48AFDB874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22DCDE6-A986-1A96-09D5-F37E2D3C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A1EBBFE-EF0B-CFB2-3F20-E2388718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AFFF760-2507-D8EA-4332-0AB1D3D2C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B04D608-67AC-4EA3-551A-3714CA4A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43EB553-3CB2-67D8-E4A0-23BD27875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1E342275-4886-0055-87BA-C921B3559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367CCC2-811E-B39E-A39F-FBA3A608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A4F69DF-6D56-50E4-C41D-AC76476DB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D37CC98-1459-656E-4CCB-2EAC00A94D9E}"/>
              </a:ext>
            </a:extLst>
          </p:cNvPr>
          <p:cNvSpPr txBox="1"/>
          <p:nvPr/>
        </p:nvSpPr>
        <p:spPr>
          <a:xfrm>
            <a:off x="3594161" y="-43405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EB540-47CD-4858-5891-2F120E2328A0}"/>
              </a:ext>
            </a:extLst>
          </p:cNvPr>
          <p:cNvSpPr txBox="1"/>
          <p:nvPr/>
        </p:nvSpPr>
        <p:spPr>
          <a:xfrm>
            <a:off x="-44236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10D57-E6D2-269A-5C69-1996A6F3C7D3}"/>
              </a:ext>
            </a:extLst>
          </p:cNvPr>
          <p:cNvSpPr txBox="1"/>
          <p:nvPr/>
        </p:nvSpPr>
        <p:spPr>
          <a:xfrm>
            <a:off x="4773162" y="36219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03.Output Analysis</a:t>
            </a:r>
            <a:endParaRPr lang="en-US" sz="2400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0C06A-6916-C82B-C491-94D1FF522310}"/>
              </a:ext>
            </a:extLst>
          </p:cNvPr>
          <p:cNvSpPr txBox="1"/>
          <p:nvPr/>
        </p:nvSpPr>
        <p:spPr>
          <a:xfrm>
            <a:off x="-3659691" y="3603090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62FC1-89B3-DC6A-60FF-5B47268ACF1F}"/>
              </a:ext>
            </a:extLst>
          </p:cNvPr>
          <p:cNvSpPr txBox="1"/>
          <p:nvPr/>
        </p:nvSpPr>
        <p:spPr>
          <a:xfrm>
            <a:off x="12498260" y="36449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EB1453-FE09-48F7-57D7-C91105CFB6C8}"/>
              </a:ext>
            </a:extLst>
          </p:cNvPr>
          <p:cNvSpPr txBox="1"/>
          <p:nvPr/>
        </p:nvSpPr>
        <p:spPr>
          <a:xfrm>
            <a:off x="4929114" y="7365303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748CD-3FA7-6F36-4796-B084D0597C47}"/>
              </a:ext>
            </a:extLst>
          </p:cNvPr>
          <p:cNvSpPr txBox="1"/>
          <p:nvPr/>
        </p:nvSpPr>
        <p:spPr>
          <a:xfrm>
            <a:off x="3700894" y="500143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Deviation Detection: Accuracy &amp; Impact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DBC486D2-A5F0-541E-12F2-9C315EC66497}"/>
              </a:ext>
            </a:extLst>
          </p:cNvPr>
          <p:cNvSpPr/>
          <p:nvPr/>
        </p:nvSpPr>
        <p:spPr>
          <a:xfrm>
            <a:off x="-89199" y="84065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Next LT Pro"/>
                <a:ea typeface="Calibri"/>
                <a:cs typeface="Calibri"/>
              </a:rPr>
              <a:t>Deviation Detection</a:t>
            </a:r>
          </a:p>
        </p:txBody>
      </p: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3C3E4B52-06C8-6EC4-C68A-E6CF2CF33564}"/>
              </a:ext>
            </a:extLst>
          </p:cNvPr>
          <p:cNvGraphicFramePr/>
          <p:nvPr/>
        </p:nvGraphicFramePr>
        <p:xfrm>
          <a:off x="15544799" y="879762"/>
          <a:ext cx="6927272" cy="5292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52" name="Minus Sign 1951">
            <a:extLst>
              <a:ext uri="{FF2B5EF4-FFF2-40B4-BE49-F238E27FC236}">
                <a16:creationId xmlns:a16="http://schemas.microsoft.com/office/drawing/2014/main" id="{83FCA58B-E625-C14A-EECD-6B78A67EBF30}"/>
              </a:ext>
            </a:extLst>
          </p:cNvPr>
          <p:cNvSpPr/>
          <p:nvPr/>
        </p:nvSpPr>
        <p:spPr>
          <a:xfrm rot="18060000">
            <a:off x="16655171" y="3156104"/>
            <a:ext cx="1226127" cy="900545"/>
          </a:xfrm>
          <a:prstGeom prst="mathMin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BA0DCA32-5E58-53E4-9976-3DBB55AD52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1478299"/>
              </p:ext>
            </p:extLst>
          </p:nvPr>
        </p:nvGraphicFramePr>
        <p:xfrm>
          <a:off x="14478000" y="2052233"/>
          <a:ext cx="6276814" cy="3644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79" name="Diagram 78">
            <a:extLst>
              <a:ext uri="{FF2B5EF4-FFF2-40B4-BE49-F238E27FC236}">
                <a16:creationId xmlns:a16="http://schemas.microsoft.com/office/drawing/2014/main" id="{BDE49AFC-6112-9030-82FF-F0F28FF42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81522"/>
              </p:ext>
            </p:extLst>
          </p:nvPr>
        </p:nvGraphicFramePr>
        <p:xfrm>
          <a:off x="6160408" y="877107"/>
          <a:ext cx="5505450" cy="4595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83" name="Picture 82" descr="A graph of a number of pallet tracking per route&#10;&#10;AI-generated content may be incorrect.">
            <a:extLst>
              <a:ext uri="{FF2B5EF4-FFF2-40B4-BE49-F238E27FC236}">
                <a16:creationId xmlns:a16="http://schemas.microsoft.com/office/drawing/2014/main" id="{F3E51EA7-1531-F74D-11AD-F08A775D1C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76" y="2527826"/>
            <a:ext cx="5889810" cy="41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57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DD1A2-FF77-0993-E8E4-46A456D8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9AD1447-5E4C-6682-CAA6-85F85826C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1183BC-162B-A7E6-D5D2-AD84C9B82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49E110-88D3-2479-13B1-1ECC1CB43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93A2AC7-B974-5D4E-29BC-C32E227C74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5CA6045F-B739-E828-774D-4FEEFDDA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51184223-5379-59D7-3F09-EAAEFDBB5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E510E51-1B6A-FD95-86FF-3A0C98AA72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77D98D3-FC08-F89F-2A09-79E2393E2F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751E7D1-2B28-9BE5-DB60-0D206EE788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8B578F5-E9BD-E4D9-A28F-8D85F331A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9472A90-01A9-6953-F7C2-0359D1A426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B80F804-2E12-9766-D937-0A65CCE5BE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CB4FA61-DD93-4DC4-98D2-F20CB9856B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8C807FF-AE98-BBCE-3F19-C991B2A16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428E3311-B84C-787C-2436-60E1D76ED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74C6EA98-F09F-DC41-F9D4-B96A2D0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AC20570-D56F-86BF-0451-8BF79D778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05A0577-EB59-D90C-EA2A-02D8C63E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DD1B246A-AF12-893D-CCF0-970AD8A2D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D066495-7579-6F83-7275-A1FE0FAC7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F4AC538-3AB4-90BA-CF5B-5844EB35DA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100317D-3F0B-02F3-E439-BFC326A007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65DC727-50CC-3EC2-8230-93D5F8402A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674E438-0E08-2836-32A4-57AC4B0C32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DC89677-30EF-E462-DA26-22CC55F2F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466EBD-E507-63B1-6203-CE722B8E2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EEF92F1-3558-54F1-E472-1DB4E97FA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686C38-9F0E-1DE0-438C-BFE126AD0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06BAAEC-A717-A24A-8053-4F2529DE1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6670F9-1438-3C96-07C6-6FDDAA80D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0CDF2CF-A762-C3AE-8C59-F29439E12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26E321E-A971-4B4D-1D65-095F72164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18648F4-F4F1-D595-F787-2A7122445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86C6B2-D4E3-631F-AADE-2B1A591B89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E0E0C5C7-A9B5-E35A-2AA7-1BB373E1C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2F44B66-32FC-BC59-112A-ADD7FDCBF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A8A6058-101C-F121-0E68-4EF29BA4B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8DEFDF2-20B2-2B72-1CF6-6017AA16E05C}"/>
              </a:ext>
            </a:extLst>
          </p:cNvPr>
          <p:cNvSpPr txBox="1"/>
          <p:nvPr/>
        </p:nvSpPr>
        <p:spPr>
          <a:xfrm>
            <a:off x="3594161" y="-43405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07389-A707-9164-A0A0-C7D1100F7F44}"/>
              </a:ext>
            </a:extLst>
          </p:cNvPr>
          <p:cNvSpPr txBox="1"/>
          <p:nvPr/>
        </p:nvSpPr>
        <p:spPr>
          <a:xfrm>
            <a:off x="-44236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76A3B-196E-92E3-1C59-75CDAA0EB6DD}"/>
              </a:ext>
            </a:extLst>
          </p:cNvPr>
          <p:cNvSpPr txBox="1"/>
          <p:nvPr/>
        </p:nvSpPr>
        <p:spPr>
          <a:xfrm>
            <a:off x="4773162" y="36219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03.Output Analysis</a:t>
            </a:r>
            <a:endParaRPr lang="en-US" sz="2400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256CF0-4E6D-FF8E-713F-3F6062B10D23}"/>
              </a:ext>
            </a:extLst>
          </p:cNvPr>
          <p:cNvSpPr txBox="1"/>
          <p:nvPr/>
        </p:nvSpPr>
        <p:spPr>
          <a:xfrm>
            <a:off x="-3659691" y="3603090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37375-A8C3-62E6-8743-FA1A6EB9B890}"/>
              </a:ext>
            </a:extLst>
          </p:cNvPr>
          <p:cNvSpPr txBox="1"/>
          <p:nvPr/>
        </p:nvSpPr>
        <p:spPr>
          <a:xfrm>
            <a:off x="12498260" y="36449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46763-96E6-AFD9-7B99-09553A3E1FBC}"/>
              </a:ext>
            </a:extLst>
          </p:cNvPr>
          <p:cNvSpPr txBox="1"/>
          <p:nvPr/>
        </p:nvSpPr>
        <p:spPr>
          <a:xfrm>
            <a:off x="4929114" y="7365303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E60FB-95F3-FA65-8D21-A85C3F81D728}"/>
              </a:ext>
            </a:extLst>
          </p:cNvPr>
          <p:cNvSpPr txBox="1"/>
          <p:nvPr/>
        </p:nvSpPr>
        <p:spPr>
          <a:xfrm>
            <a:off x="3700894" y="500143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Stationary Pallets: Billing Recovery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0B713934-1E6F-35F2-1C7F-5AAB74EC0B37}"/>
              </a:ext>
            </a:extLst>
          </p:cNvPr>
          <p:cNvSpPr/>
          <p:nvPr/>
        </p:nvSpPr>
        <p:spPr>
          <a:xfrm>
            <a:off x="-89199" y="84065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Stationary Pallets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9" name="Diagram 78">
            <a:extLst>
              <a:ext uri="{FF2B5EF4-FFF2-40B4-BE49-F238E27FC236}">
                <a16:creationId xmlns:a16="http://schemas.microsoft.com/office/drawing/2014/main" id="{BCA20D42-565C-6DF8-8886-D25693D0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84017"/>
              </p:ext>
            </p:extLst>
          </p:nvPr>
        </p:nvGraphicFramePr>
        <p:xfrm>
          <a:off x="15318749" y="1251122"/>
          <a:ext cx="6419850" cy="509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057" name="Diagram 2056">
            <a:extLst>
              <a:ext uri="{FF2B5EF4-FFF2-40B4-BE49-F238E27FC236}">
                <a16:creationId xmlns:a16="http://schemas.microsoft.com/office/drawing/2014/main" id="{B513766D-3C44-34EC-DF5C-E0C9D0E81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778606"/>
              </p:ext>
            </p:extLst>
          </p:nvPr>
        </p:nvGraphicFramePr>
        <p:xfrm>
          <a:off x="6026167" y="-437893"/>
          <a:ext cx="5907041" cy="7554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168" name="TextBox 2167">
            <a:extLst>
              <a:ext uri="{FF2B5EF4-FFF2-40B4-BE49-F238E27FC236}">
                <a16:creationId xmlns:a16="http://schemas.microsoft.com/office/drawing/2014/main" id="{1565BAAB-E2F0-6897-A4D4-6839AEA0EDBD}"/>
              </a:ext>
            </a:extLst>
          </p:cNvPr>
          <p:cNvSpPr txBox="1"/>
          <p:nvPr/>
        </p:nvSpPr>
        <p:spPr>
          <a:xfrm>
            <a:off x="5468223" y="5070381"/>
            <a:ext cx="21526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Calibri"/>
                <a:ea typeface="Calibri"/>
                <a:cs typeface="Calibri"/>
              </a:rPr>
              <a:t>Findings</a:t>
            </a:r>
            <a:endParaRPr lang="en-US"/>
          </a:p>
        </p:txBody>
      </p:sp>
      <p:pic>
        <p:nvPicPr>
          <p:cNvPr id="34" name="Picture 33" descr="A graph showing the number of cities in the united states&#10;&#10;AI-generated content may be incorrect.">
            <a:extLst>
              <a:ext uri="{FF2B5EF4-FFF2-40B4-BE49-F238E27FC236}">
                <a16:creationId xmlns:a16="http://schemas.microsoft.com/office/drawing/2014/main" id="{FAFF7C85-D971-E626-CE42-5258AA1845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377315"/>
            <a:ext cx="5834742" cy="447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7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8B848-23B5-EE99-E3F5-3029FFC1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8BC204C-E290-4DC7-B378-03285769F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D2F4E7-77AB-E617-9EAF-E564357E8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04BA754-36F1-9E5D-3137-A8AB7E64C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C27E6DD3-9A38-B72E-5420-FBDC9C0367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B3926174-2822-9247-F5A9-AA822FA83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B7D45629-799C-672F-B0A6-9657A307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8007152-CB29-8092-83BD-0A51926F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A916FC0-9E00-ED04-FB40-BBE97A4758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A1DADDE5-D5D1-AC29-A8A6-0ED8C927BC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B371FEE-43C4-C145-C5C9-416BFDE2F5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FEC5C5E-38B1-52A5-FEC2-D15EE38A5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8BF8DA1-73E0-4FDC-E9DF-4DD49C7FEC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AF1157A-E72E-74A2-2D2D-78EC7D061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059CB00-7988-F2D4-B44F-F529E09C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6DF24AA8-0701-9A03-E64A-74316A683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D6349F8E-5402-08B8-C488-C0E8FA7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91E4EC2-D805-1C4C-C866-200EAB040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07ACECA-31A9-D06C-F8AA-572A6EB58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00244CDC-AAC7-26D8-B900-E6D6AAE85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5D6F949-0596-86AF-BA22-4759181E98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487D4D7-AAEC-9EB9-68BA-6C03B2EF71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0D009C3-4284-5999-9278-651B61EC1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FEF1D7E-51E9-4D26-708B-0E9234F200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294A0A9-7225-DC1F-ED3F-25D719C20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9BB371B-3BB6-415A-66B6-179C03D19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7BF88CF-EA1D-C983-19C8-C7F3E2799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F9AB102-E552-F939-8A6E-6AE9F91DB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5787179-1268-30D4-4CD5-5DA08F7B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416ED07-2C44-3A3F-FD81-16084E4FC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EBF8C38-93F8-C783-C3A4-AC4622071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E4704E7-9A4F-7A83-3C6F-B778BE07C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A69611D-F6DA-93F9-F7E2-B4E87A532E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BC0031-FA3F-F677-D967-091E7C6F4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FF551B4-79BB-E11B-2DD7-A0471D09C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D5D8D77B-0D2E-76A1-0E10-1263F0880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FF47B1F-48D0-FB94-BC08-D58B13873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BFD94B-D7F0-4195-1474-9B6812B62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F73B50-6727-D3C0-98AC-FE4688C97F01}"/>
              </a:ext>
            </a:extLst>
          </p:cNvPr>
          <p:cNvSpPr txBox="1"/>
          <p:nvPr/>
        </p:nvSpPr>
        <p:spPr>
          <a:xfrm>
            <a:off x="3594161" y="-434057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586B4-2205-D8C6-9128-382D2B330C2B}"/>
              </a:ext>
            </a:extLst>
          </p:cNvPr>
          <p:cNvSpPr txBox="1"/>
          <p:nvPr/>
        </p:nvSpPr>
        <p:spPr>
          <a:xfrm>
            <a:off x="-44236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66693-EFB9-1182-5043-F490AC53A994}"/>
              </a:ext>
            </a:extLst>
          </p:cNvPr>
          <p:cNvSpPr txBox="1"/>
          <p:nvPr/>
        </p:nvSpPr>
        <p:spPr>
          <a:xfrm>
            <a:off x="4773162" y="36219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03.Output Analysis</a:t>
            </a:r>
            <a:endParaRPr lang="en-US" sz="2400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8D959-CA83-79C6-F9B0-76C98545E5F0}"/>
              </a:ext>
            </a:extLst>
          </p:cNvPr>
          <p:cNvSpPr txBox="1"/>
          <p:nvPr/>
        </p:nvSpPr>
        <p:spPr>
          <a:xfrm>
            <a:off x="-3659691" y="3603090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01404-7BA2-C2FC-2FA4-014075BAE5E8}"/>
              </a:ext>
            </a:extLst>
          </p:cNvPr>
          <p:cNvSpPr txBox="1"/>
          <p:nvPr/>
        </p:nvSpPr>
        <p:spPr>
          <a:xfrm>
            <a:off x="12498260" y="36449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ABA02-367B-03C2-779D-A5F49E2EA408}"/>
              </a:ext>
            </a:extLst>
          </p:cNvPr>
          <p:cNvSpPr txBox="1"/>
          <p:nvPr/>
        </p:nvSpPr>
        <p:spPr>
          <a:xfrm>
            <a:off x="4929114" y="7365303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163B3-F16C-9A71-1BA4-F452200EBE52}"/>
              </a:ext>
            </a:extLst>
          </p:cNvPr>
          <p:cNvSpPr txBox="1"/>
          <p:nvPr/>
        </p:nvSpPr>
        <p:spPr>
          <a:xfrm>
            <a:off x="3700894" y="500143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ea typeface="+mn-lt"/>
                <a:cs typeface="+mn-lt"/>
              </a:rPr>
              <a:t>Cost-Benefit Analysis: ROI in 12 Months</a:t>
            </a:r>
            <a:endParaRPr lang="en-US" sz="1600" u="sng" dirty="0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F186C840-B098-2C32-97D1-FB48566EA323}"/>
              </a:ext>
            </a:extLst>
          </p:cNvPr>
          <p:cNvSpPr/>
          <p:nvPr/>
        </p:nvSpPr>
        <p:spPr>
          <a:xfrm>
            <a:off x="-89199" y="84065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Cost-Benefit</a:t>
            </a:r>
            <a:endParaRPr lang="en-US" sz="2000">
              <a:solidFill>
                <a:schemeClr val="bg1"/>
              </a:solidFill>
            </a:endParaRPr>
          </a:p>
        </p:txBody>
      </p:sp>
      <p:graphicFrame>
        <p:nvGraphicFramePr>
          <p:cNvPr id="2057" name="Diagram 2056">
            <a:extLst>
              <a:ext uri="{FF2B5EF4-FFF2-40B4-BE49-F238E27FC236}">
                <a16:creationId xmlns:a16="http://schemas.microsoft.com/office/drawing/2014/main" id="{4F39B270-6BC7-455E-BA81-9DB49E3F6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291072"/>
              </p:ext>
            </p:extLst>
          </p:nvPr>
        </p:nvGraphicFramePr>
        <p:xfrm>
          <a:off x="15085803" y="-1008033"/>
          <a:ext cx="6886755" cy="7870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68" name="TextBox 2167">
            <a:extLst>
              <a:ext uri="{FF2B5EF4-FFF2-40B4-BE49-F238E27FC236}">
                <a16:creationId xmlns:a16="http://schemas.microsoft.com/office/drawing/2014/main" id="{F5A9B898-4126-3AE6-9742-0B9AC6EB417C}"/>
              </a:ext>
            </a:extLst>
          </p:cNvPr>
          <p:cNvSpPr txBox="1"/>
          <p:nvPr/>
        </p:nvSpPr>
        <p:spPr>
          <a:xfrm>
            <a:off x="14005344" y="5543909"/>
            <a:ext cx="21526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Calibri"/>
                <a:ea typeface="Calibri"/>
                <a:cs typeface="Calibri"/>
              </a:rPr>
              <a:t>Findings</a:t>
            </a:r>
            <a:endParaRPr lang="en-US"/>
          </a:p>
        </p:txBody>
      </p:sp>
      <p:graphicFrame>
        <p:nvGraphicFramePr>
          <p:cNvPr id="83" name="Diagram 82">
            <a:extLst>
              <a:ext uri="{FF2B5EF4-FFF2-40B4-BE49-F238E27FC236}">
                <a16:creationId xmlns:a16="http://schemas.microsoft.com/office/drawing/2014/main" id="{CEB41D20-0D92-524A-2E77-3A7880CE97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6629399"/>
              </p:ext>
            </p:extLst>
          </p:nvPr>
        </p:nvGraphicFramePr>
        <p:xfrm>
          <a:off x="4791075" y="1704975"/>
          <a:ext cx="672465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80" name="Picture 79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D56A53DC-42A3-A6DA-8B38-A423D34500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90054" y="3507509"/>
            <a:ext cx="4775199" cy="321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1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3C013-1058-4263-0596-13D9894D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F514CD1-37BE-B2D2-8F7A-2219AC521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7B3EFD0-A914-119B-29B0-8AC6C8F53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6FD8B0-86FB-7FB5-E141-B696EEB70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1820CAB-1EDE-3989-8816-A57910B0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49AE8364-84AE-A35E-D7A7-E4C37761B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9BE80B9E-B7E5-FA62-A611-4D5D6967A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51DFB99-26BC-413C-17AB-57B83038C9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4E72E98-26CA-7668-3763-069DF6BAA7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A38D5BF-C6ED-7900-E38D-0FA6B94A06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86C6489-2BB7-B9C3-5686-A5BFF74BD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956F898-94B3-5B06-CCFF-34D48F52D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6528E2C-5F17-8C9A-130E-B0639E127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7A700AE-4E96-3A10-6002-66209CD02D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BFEDCEB-3A74-EB2F-63D1-F90F63759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CA1F3472-6E3E-29BC-17FD-1B71ABE59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2C7C3AAE-0233-D8B8-A7B3-B0191D84D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7E5632C-A7D3-7D08-C2CC-6C421D7C8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2BC773C-F6E2-84D7-6E9D-AB16F936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41070D59-F242-3501-F3AA-B040F16E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3F43C59-AEED-A613-1E82-75C621FE0C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6116755-5556-0920-E303-E36297F9B5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B27AFA1-AEBC-F791-3FC8-373DD5837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410DBAA-2939-108A-F594-C8B796561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8218DC1-EC23-C08C-16B8-40A326989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D56E212-E6BE-26C3-38AD-F0CFC2012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7CB4FB-A04B-30B8-D1C5-A120E216C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4E89397-C95E-7359-83E9-957C3A76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71806CA-76ED-825A-B9F9-3EECB604C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67F87E4-DE29-D5B6-39B0-0854BF89D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3A5384B-BD6E-5735-3311-263E00076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C8B185-E9CE-7051-24D4-B75315A7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2BDCE03-614E-FAA3-B466-3C8B934B6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50E1795-4FBB-A000-D1A4-B4F1C1ED3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7C771A6-37D8-2C8E-3A6B-A4C73F6B9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4302E190-54F9-E59C-4752-13BD95FE7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F392CC5-CC33-CD90-E08B-21553AB5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578C1A0-9CF6-B9E9-6721-1CFD43DDE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6237626-CC08-9FA9-B51E-9D6B5691E1FA}"/>
              </a:ext>
            </a:extLst>
          </p:cNvPr>
          <p:cNvSpPr txBox="1"/>
          <p:nvPr/>
        </p:nvSpPr>
        <p:spPr>
          <a:xfrm>
            <a:off x="3603686" y="651793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60673-4730-2A9D-4358-8E97A53EE566}"/>
              </a:ext>
            </a:extLst>
          </p:cNvPr>
          <p:cNvSpPr txBox="1"/>
          <p:nvPr/>
        </p:nvSpPr>
        <p:spPr>
          <a:xfrm>
            <a:off x="-804129" y="1522119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9A8EF-D704-6ECE-E17E-A89591592322}"/>
              </a:ext>
            </a:extLst>
          </p:cNvPr>
          <p:cNvSpPr txBox="1"/>
          <p:nvPr/>
        </p:nvSpPr>
        <p:spPr>
          <a:xfrm>
            <a:off x="8487912" y="1522119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A04093-D976-88C3-8325-49AE41C076C1}"/>
              </a:ext>
            </a:extLst>
          </p:cNvPr>
          <p:cNvSpPr txBox="1"/>
          <p:nvPr/>
        </p:nvSpPr>
        <p:spPr>
          <a:xfrm>
            <a:off x="312234" y="3745965"/>
            <a:ext cx="32908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Interpretation</a:t>
            </a:r>
            <a:endParaRPr lang="en-US"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19F1C-DEC8-27B5-69E4-D4633E73F9B3}"/>
              </a:ext>
            </a:extLst>
          </p:cNvPr>
          <p:cNvSpPr txBox="1"/>
          <p:nvPr/>
        </p:nvSpPr>
        <p:spPr>
          <a:xfrm>
            <a:off x="8612060" y="3873502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8FE2A-81E5-2FAF-62CF-E84DF8562B46}"/>
              </a:ext>
            </a:extLst>
          </p:cNvPr>
          <p:cNvSpPr txBox="1"/>
          <p:nvPr/>
        </p:nvSpPr>
        <p:spPr>
          <a:xfrm>
            <a:off x="4929114" y="5031678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22B91-41E7-012A-1F10-E9ADFF0C8E69}"/>
              </a:ext>
            </a:extLst>
          </p:cNvPr>
          <p:cNvSpPr txBox="1"/>
          <p:nvPr/>
        </p:nvSpPr>
        <p:spPr>
          <a:xfrm>
            <a:off x="3824719" y="-76668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ea typeface="+mn-lt"/>
                <a:cs typeface="+mn-lt"/>
              </a:rPr>
              <a:t>Cost-Benefit Analysis: ROI in 12 Months</a:t>
            </a:r>
            <a:endParaRPr lang="en-US" sz="1600" u="sng" dirty="0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0B861C69-EBCF-DE6A-3FDA-DCBDC854445F}"/>
              </a:ext>
            </a:extLst>
          </p:cNvPr>
          <p:cNvSpPr/>
          <p:nvPr/>
        </p:nvSpPr>
        <p:spPr>
          <a:xfrm>
            <a:off x="-4051599" y="707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Cost-Benefit</a:t>
            </a:r>
            <a:endParaRPr lang="en-US" sz="2000">
              <a:solidFill>
                <a:schemeClr val="bg1"/>
              </a:solidFill>
            </a:endParaRPr>
          </a:p>
        </p:txBody>
      </p:sp>
      <p:graphicFrame>
        <p:nvGraphicFramePr>
          <p:cNvPr id="83" name="Diagram 82">
            <a:extLst>
              <a:ext uri="{FF2B5EF4-FFF2-40B4-BE49-F238E27FC236}">
                <a16:creationId xmlns:a16="http://schemas.microsoft.com/office/drawing/2014/main" id="{6197B222-17BD-705A-8EE5-0268E6BC8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671853"/>
              </p:ext>
            </p:extLst>
          </p:nvPr>
        </p:nvGraphicFramePr>
        <p:xfrm>
          <a:off x="15449550" y="1752600"/>
          <a:ext cx="672465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20987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9AB51-B934-2554-5260-5D304456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D7243AF-9DCB-181E-7A67-A48299ACE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4AF818-BF8A-95A2-0B60-9AAF5A0E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165DF8-F005-2181-BB1E-8A1998942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BFA16C64-CD5D-CAC6-7B88-25C5AD5B58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3B09604F-A5D2-88D1-9305-EDBB64103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345C5798-2BE6-CBA5-8707-9B2189B38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BE14BC9-ACF7-59E6-EA33-9276DA305D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E7D014B-6BBE-333D-41C3-684FF1F861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E29B782-7EFB-F3B0-DA59-12E1938FC3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FE48B23-7543-D343-2BCF-DB5C89C927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B66229E-60E4-1548-0BCD-9E278E80B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F10705D-1B23-039A-1A8C-99DE206A30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3402BC2-B484-DCF7-9C98-78E85BAB4B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383E929-39FF-5626-D3BB-2E41A5ECA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81F79B38-1377-0B7B-8FB5-5E9C46E3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E67B2036-B23E-DC2B-CEE2-E77A8F714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9FA71EA-FFBF-E13C-E20F-CE692576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FF81D63-8364-1F04-07C4-62AFC7BFA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A9C245B5-CCDD-0B2F-4113-A721E2D70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98E7AC6-BC12-E958-5642-96D2D1E83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A661C51-DBFE-896D-CF14-2A38D7BF90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31C0CDC-49EF-7D84-C888-C1372CBD43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72B857D-7C6D-062D-43E3-B6E3C59A13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BDCADD9-4509-F8D2-FCAE-EAC63113E5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710EFBA-B8CA-2AED-7126-1B6D4893D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022A7F0-3234-AB52-9758-E518D1D0D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4CE6411-442D-6951-44B0-51369892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0982F2-E2AC-E76A-E6D4-53DDAF2CC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5843A1F-592F-D099-96B6-591F858AE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8252D0-B56D-F31E-00E1-8796BA87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11A1A6-065B-72A0-986C-9F1B49500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65EEEC9-0B8C-91FA-9C6E-E0115EA5C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AF646E6-694C-70DE-99DD-245311758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8DBD266-3C78-85F8-0ACE-8BAF0DBF9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7E54B787-3FB1-84CA-824C-5B7B0E542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25A4BE4-F6A6-215F-EC49-0C50676D5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9A69163-1AE8-73EB-546B-A880EFCFA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DE56EE2-07F2-0099-1DA8-AE4233D0C4F1}"/>
              </a:ext>
            </a:extLst>
          </p:cNvPr>
          <p:cNvSpPr txBox="1"/>
          <p:nvPr/>
        </p:nvSpPr>
        <p:spPr>
          <a:xfrm>
            <a:off x="3618063" y="-15766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909EB-7250-3945-BAAC-97B4A045AEC9}"/>
              </a:ext>
            </a:extLst>
          </p:cNvPr>
          <p:cNvSpPr txBox="1"/>
          <p:nvPr/>
        </p:nvSpPr>
        <p:spPr>
          <a:xfrm>
            <a:off x="-789752" y="-7063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18268-581F-E6B8-3F8A-D895ED841E9C}"/>
              </a:ext>
            </a:extLst>
          </p:cNvPr>
          <p:cNvSpPr txBox="1"/>
          <p:nvPr/>
        </p:nvSpPr>
        <p:spPr>
          <a:xfrm>
            <a:off x="8502289" y="-7063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9664C-6A3F-1CBC-1CA7-833C8BDBC041}"/>
              </a:ext>
            </a:extLst>
          </p:cNvPr>
          <p:cNvSpPr txBox="1"/>
          <p:nvPr/>
        </p:nvSpPr>
        <p:spPr>
          <a:xfrm>
            <a:off x="2138159" y="2768305"/>
            <a:ext cx="803534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 dirty="0">
                <a:latin typeface="Calibri"/>
                <a:ea typeface="Calibri"/>
                <a:cs typeface="Calibri"/>
              </a:rPr>
              <a:t>04.Result Interpretation</a:t>
            </a:r>
            <a:endParaRPr lang="en-US" sz="6000" u="s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20F980-DBDA-7276-D747-E5A9156F5A8F}"/>
              </a:ext>
            </a:extLst>
          </p:cNvPr>
          <p:cNvSpPr txBox="1"/>
          <p:nvPr/>
        </p:nvSpPr>
        <p:spPr>
          <a:xfrm>
            <a:off x="8669569" y="7079653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B23D4-AB63-CA3E-5AE2-C16D4A040815}"/>
              </a:ext>
            </a:extLst>
          </p:cNvPr>
          <p:cNvSpPr txBox="1"/>
          <p:nvPr/>
        </p:nvSpPr>
        <p:spPr>
          <a:xfrm>
            <a:off x="4986623" y="8237829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D337D-BB78-706C-61A5-32371295758E}"/>
              </a:ext>
            </a:extLst>
          </p:cNvPr>
          <p:cNvSpPr txBox="1"/>
          <p:nvPr/>
        </p:nvSpPr>
        <p:spPr>
          <a:xfrm>
            <a:off x="3824719" y="-76668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ea typeface="+mn-lt"/>
                <a:cs typeface="+mn-lt"/>
              </a:rPr>
              <a:t>Cost-Benefit Analysis: ROI in 12 Months</a:t>
            </a:r>
            <a:endParaRPr lang="en-US" sz="1600" u="sng" dirty="0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5D3B6B14-1452-2F67-A2D8-14F5467353D4}"/>
              </a:ext>
            </a:extLst>
          </p:cNvPr>
          <p:cNvSpPr/>
          <p:nvPr/>
        </p:nvSpPr>
        <p:spPr>
          <a:xfrm>
            <a:off x="-4051599" y="707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Cost-Benefit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848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D12A8-0B3D-BCAD-9C71-C44EBA22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75CE353-8A38-88C1-20FB-CE23734ED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BD8E93F-EA05-611A-4C32-D3FC9BDB9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43F9A3F-BC7D-9F59-A247-824E7D1AB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AF13B5AC-0CDF-6288-D7BF-35BF04483B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8C243034-2E11-8965-78E2-F1FEC7FBD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08630E28-9712-F750-8C58-215B0ABD3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26E4A77-A067-2CE0-A02B-6C8D19C77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A49D027-A0E7-AC8C-2433-A5B904DE62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16B4BC5-3966-0801-980E-FFC3E0F056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727FA5C-2CA7-3862-D785-FA5CA3A816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F35AD61-E800-A12E-84A6-98BBCC8C32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719DBD9-EF52-2977-D346-BCCC5335FC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E6A23B9-71A7-687F-CF8B-A99043ECD0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AECA2A2-4FB2-CEE4-36B8-E035B8CC8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9F73C432-0993-FB72-1432-2766F33C9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5EA0075E-1105-979B-75CE-3175771AE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2DF5DC0-06A7-1F38-89B7-22005E648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C298DBA-E1B6-462B-BFDA-B0AF030E0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011F11EC-F960-1A44-A179-046AAE436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91E09AE-A918-3C02-0438-17DA2E87C4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332CF12-DB4A-DAB5-7F4A-41EC51DD4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9B76908-5066-C44E-ACD0-AF9992C33E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D6E1295-FB12-47A4-8376-8ED4436D5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EF602C1-1331-D7DF-9069-EBB56FFFA0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1E1876F-7057-024A-7165-8E36FC467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5BA4401-A152-6F05-6517-7664F8392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58AF398-BF27-BC70-FE9E-BA2DF46F5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CA0F20D-6DB3-9C71-AC91-70450D502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E3063DF-9948-9877-AC4C-B7C4FDDEF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D603CF9-30CC-D486-1C7B-57BB4054D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EAC7746-F8A5-6253-B811-3A3606F9B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0C706E-9963-4403-83C3-16E177B92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A1F8CEC-7847-2A6E-4584-EEDF5333C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A393A47-9066-014E-CF47-19F004195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39F73123-5959-CE38-13CE-CB1A9238A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D09589E-6D9A-83F5-54A1-0E7E9C5D7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2FFE99B-32C0-34E4-385D-630BA49D0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8C1BF35-BA2A-8D3E-75F2-7CEF45E186EE}"/>
              </a:ext>
            </a:extLst>
          </p:cNvPr>
          <p:cNvSpPr txBox="1"/>
          <p:nvPr/>
        </p:nvSpPr>
        <p:spPr>
          <a:xfrm>
            <a:off x="3618063" y="-15766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E9F4E-AA42-E000-7E08-04FDB918E9A7}"/>
              </a:ext>
            </a:extLst>
          </p:cNvPr>
          <p:cNvSpPr txBox="1"/>
          <p:nvPr/>
        </p:nvSpPr>
        <p:spPr>
          <a:xfrm>
            <a:off x="-789752" y="-7063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94612-F1D1-B59A-01E4-3E9C08BFDBF4}"/>
              </a:ext>
            </a:extLst>
          </p:cNvPr>
          <p:cNvSpPr txBox="1"/>
          <p:nvPr/>
        </p:nvSpPr>
        <p:spPr>
          <a:xfrm>
            <a:off x="8502289" y="-7063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25C2C-318B-2CD9-99DD-54E9C11329FC}"/>
              </a:ext>
            </a:extLst>
          </p:cNvPr>
          <p:cNvSpPr txBox="1"/>
          <p:nvPr/>
        </p:nvSpPr>
        <p:spPr>
          <a:xfrm>
            <a:off x="4509884" y="2510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C4529B-0BFD-B12E-BEFA-1BBF77832348}"/>
              </a:ext>
            </a:extLst>
          </p:cNvPr>
          <p:cNvSpPr txBox="1"/>
          <p:nvPr/>
        </p:nvSpPr>
        <p:spPr>
          <a:xfrm>
            <a:off x="8669569" y="7079653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DC64C-CC85-E78D-BE87-BD643B6047FC}"/>
              </a:ext>
            </a:extLst>
          </p:cNvPr>
          <p:cNvSpPr txBox="1"/>
          <p:nvPr/>
        </p:nvSpPr>
        <p:spPr>
          <a:xfrm>
            <a:off x="4986623" y="8237829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FF1AB-25B3-F288-2DF1-0D24F1D4EE09}"/>
              </a:ext>
            </a:extLst>
          </p:cNvPr>
          <p:cNvSpPr txBox="1"/>
          <p:nvPr/>
        </p:nvSpPr>
        <p:spPr>
          <a:xfrm>
            <a:off x="3758044" y="376318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Result Interpretation: Business Impact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6F12C6A7-82D5-0438-4CA9-4482D2DCD1D4}"/>
              </a:ext>
            </a:extLst>
          </p:cNvPr>
          <p:cNvSpPr/>
          <p:nvPr/>
        </p:nvSpPr>
        <p:spPr>
          <a:xfrm>
            <a:off x="-60624" y="707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E37E545-9E2C-D5A8-9DDA-85B648F93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883811"/>
              </p:ext>
            </p:extLst>
          </p:nvPr>
        </p:nvGraphicFramePr>
        <p:xfrm>
          <a:off x="5716619" y="941896"/>
          <a:ext cx="6475561" cy="5608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Picture 11" descr="A diagram of a pie chart&#10;&#10;AI-generated content may be incorrect.">
            <a:extLst>
              <a:ext uri="{FF2B5EF4-FFF2-40B4-BE49-F238E27FC236}">
                <a16:creationId xmlns:a16="http://schemas.microsoft.com/office/drawing/2014/main" id="{58D5FA7D-7DD6-DE83-AC09-AB0EFDC8C3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486" y="2242457"/>
            <a:ext cx="5225142" cy="447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89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82D82-DD45-BBB6-1272-DC8EAB50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9514CDC-D696-BAC6-271E-26DD9AF0E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EAD090A-2B4D-FD81-2559-9FD459196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52ACBD-9C51-7E8D-D01C-BE032C20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B7F5F3C-23A4-693D-7045-5E798188D3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3D3E34A5-67F1-1086-BB44-9A0691811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B34A695D-1F86-03B9-0F35-159DB0789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46B86DA-065A-102B-308F-C20B8ED45E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C6CE5A9-16AE-9D17-213D-176151FFFE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488A92B-A989-E2AC-3529-93446D504B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9F621B4-041F-5B04-921D-5FB35E04A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3D69EF1-F524-5C50-7E18-CAE2D6C854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AEC2216-2F7A-330C-2AC3-5ED7051D8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E0CC1F7-3DE6-1A7E-7E71-839354D625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9EA6AE1-C275-E137-B126-581E9ADFF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D2AA3BFB-A1D2-5353-112F-8956C9756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823B639F-CD93-8719-D6C0-343497DC6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F270BC8-BE00-DB1F-4024-61ED530C3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01B6F66-34C4-561F-9C42-84796AEC7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0CB18194-89C8-84BA-6C4E-8F53C9A9D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5D8B719-83CE-EAD4-A8BC-06EB40BC33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48AF969-CC8E-4D9F-0D37-35417ACB5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B5D54E9-6B2E-5A0D-AB9B-440601227D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FF176F6-DEB7-080B-D401-0433CFA0C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9773133-4B50-392D-2FE7-7C24F0A349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E272B4B-F490-CE0C-A680-A6064C304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5ADBCAA-DA2F-8883-B39A-7F76DBF78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72FD091-27EC-8182-8362-D8D3D66B9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1AA054C-B6A0-25BC-9E64-783595238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DA1B910-F00B-0991-DD41-14B174107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971780-7BE8-A7AB-CDCE-7B23BEA7C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43966C6-32AA-ABAE-199C-8781AF20F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46421EA-89B3-4607-2AB2-A9B1D7634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4A05768-4CB8-6D32-ADCF-E866F9AF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0802801-D7BF-DC24-E18D-53E42C88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ED396A1D-C16C-9155-E7CD-95E76566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AE68E95-EF2E-04C1-11AD-89A1CC54B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FFC90E9-582F-1D5C-E28C-FC54DC109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9115A8-D007-D669-E303-D66283968991}"/>
              </a:ext>
            </a:extLst>
          </p:cNvPr>
          <p:cNvSpPr txBox="1"/>
          <p:nvPr/>
        </p:nvSpPr>
        <p:spPr>
          <a:xfrm>
            <a:off x="3732363" y="785502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D4E20-04FA-B9B7-C21F-5B4E5CF77B49}"/>
              </a:ext>
            </a:extLst>
          </p:cNvPr>
          <p:cNvSpPr txBox="1"/>
          <p:nvPr/>
        </p:nvSpPr>
        <p:spPr>
          <a:xfrm>
            <a:off x="-675452" y="1655828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C7FAD-A120-18D7-ACDE-EB33D8D61920}"/>
              </a:ext>
            </a:extLst>
          </p:cNvPr>
          <p:cNvSpPr txBox="1"/>
          <p:nvPr/>
        </p:nvSpPr>
        <p:spPr>
          <a:xfrm>
            <a:off x="8616589" y="1655828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821DD-AF9B-3553-80B7-A17B6D218622}"/>
              </a:ext>
            </a:extLst>
          </p:cNvPr>
          <p:cNvSpPr txBox="1"/>
          <p:nvPr/>
        </p:nvSpPr>
        <p:spPr>
          <a:xfrm>
            <a:off x="461759" y="375890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D62FE6-1737-AC70-3F33-9A501A55E3F7}"/>
              </a:ext>
            </a:extLst>
          </p:cNvPr>
          <p:cNvSpPr txBox="1"/>
          <p:nvPr/>
        </p:nvSpPr>
        <p:spPr>
          <a:xfrm>
            <a:off x="8498119" y="3764953"/>
            <a:ext cx="2385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C453D-7516-4C9C-EC78-E4221A8B91A1}"/>
              </a:ext>
            </a:extLst>
          </p:cNvPr>
          <p:cNvSpPr txBox="1"/>
          <p:nvPr/>
        </p:nvSpPr>
        <p:spPr>
          <a:xfrm>
            <a:off x="4815173" y="4923129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BC5B3-F200-BF87-4DA8-324AD1450AF7}"/>
              </a:ext>
            </a:extLst>
          </p:cNvPr>
          <p:cNvSpPr txBox="1"/>
          <p:nvPr/>
        </p:nvSpPr>
        <p:spPr>
          <a:xfrm>
            <a:off x="3758044" y="-48093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Result Interpretation: Business Impact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5166B712-4224-0404-7A4E-244EE7DC9BCB}"/>
              </a:ext>
            </a:extLst>
          </p:cNvPr>
          <p:cNvSpPr/>
          <p:nvPr/>
        </p:nvSpPr>
        <p:spPr>
          <a:xfrm>
            <a:off x="-3870624" y="707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C6527AD-0F97-DD18-8904-832D770B4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1018153"/>
              </p:ext>
            </p:extLst>
          </p:nvPr>
        </p:nvGraphicFramePr>
        <p:xfrm>
          <a:off x="12955619" y="741871"/>
          <a:ext cx="6475561" cy="5608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5178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7B404-A1FB-B871-7D24-470EB39B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75AC428-4C89-E160-CCB9-9AD32C8C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F7891B-D63B-7B7E-6424-CCA496D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DB40B5C-C877-43C1-653B-7ABC3FF41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D2CAD08-9523-5991-320F-2CB0E7216B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46796C38-5992-B193-B203-61219847B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59B66E2A-C54F-1E3C-6C79-C8A9368D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19B412-F51D-635E-95B3-AB5450CD58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D9BFF77-7A89-879B-6CC6-33D7DFA8BE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932A25C-E7AF-072F-4696-09D3BA8812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F5E3D18-1A2A-CC94-DE85-F2ECBCC97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31B2AFE-23EA-3B10-859F-BECBA824BA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8124010-B7A4-61D0-2F59-9D048A294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0D2AE59-BE41-E218-DE0F-18B4B797FB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828B6B-3BE3-B8DF-0FCD-FA8437204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9CE18323-3A72-19A3-ED1F-647C8BF46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00A681AB-6DA1-C078-9C58-2F7C94D27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1AAF315-DD3F-F494-AF78-7F63F5F2D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8951D8F-E703-E5AB-75D4-EF7343811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C7E5A862-4381-45A1-9A05-8B1C2C41C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2431D2E-9B32-E54C-4A80-3C4F087A99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78CBB8B-813A-08B2-8EB2-C8E9E8E61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45FEBA8-305A-4E20-5416-FEAD0DBC2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B0BF800-4FA2-B823-B8B4-329F22949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5EA094B-72E1-CEB0-4081-179F0FB4B9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D79B5D0-B98A-BECC-BCC9-11A5AFF71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2D0008F-5425-D774-37A2-42D2C4F88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B610BF4-87CA-4F39-94EB-0CCBE161D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D3D9590-A9B2-DC31-96A8-BA3AFB371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AE8ED7C-1E0B-37B4-71AB-F2CB12CD2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F7C1B32-C40A-1641-64A8-E98C731EA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F775C5F-23EA-7BF9-9576-DD85A8E1E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7D9042B-97DF-A6C7-8948-1D13357A7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48116C2-B40C-0B79-D88C-80B04B12E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706C97E-D081-79DF-7C70-2D06D76F8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CE69B243-E395-9222-E786-60D84934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6ABD72-3E11-73E4-6B28-F6630C8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7838E15-34BD-9F1B-FD7F-41F3F4394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E28433-FA40-88AE-BD03-0FD59F0E2C6D}"/>
              </a:ext>
            </a:extLst>
          </p:cNvPr>
          <p:cNvSpPr txBox="1"/>
          <p:nvPr/>
        </p:nvSpPr>
        <p:spPr>
          <a:xfrm>
            <a:off x="3770463" y="-15004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F3EE7-7929-51AA-3880-AA759CB34439}"/>
              </a:ext>
            </a:extLst>
          </p:cNvPr>
          <p:cNvSpPr txBox="1"/>
          <p:nvPr/>
        </p:nvSpPr>
        <p:spPr>
          <a:xfrm>
            <a:off x="-637352" y="-6301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2BAD85-9121-A9BA-3E2E-0CBF77703E79}"/>
              </a:ext>
            </a:extLst>
          </p:cNvPr>
          <p:cNvSpPr txBox="1"/>
          <p:nvPr/>
        </p:nvSpPr>
        <p:spPr>
          <a:xfrm>
            <a:off x="8654689" y="-6301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E28E07-44B2-E364-7DD2-37D83975FF91}"/>
              </a:ext>
            </a:extLst>
          </p:cNvPr>
          <p:cNvSpPr txBox="1"/>
          <p:nvPr/>
        </p:nvSpPr>
        <p:spPr>
          <a:xfrm>
            <a:off x="423659" y="701645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5048D-42F2-A35F-FF7D-FB2C380A91D6}"/>
              </a:ext>
            </a:extLst>
          </p:cNvPr>
          <p:cNvSpPr txBox="1"/>
          <p:nvPr/>
        </p:nvSpPr>
        <p:spPr>
          <a:xfrm>
            <a:off x="3935644" y="2945803"/>
            <a:ext cx="44242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u="sng" dirty="0">
                <a:latin typeface="Calibri"/>
                <a:ea typeface="Calibri"/>
                <a:cs typeface="Calibri"/>
              </a:rPr>
              <a:t>05.Limitation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4DD0E-F442-79F0-445B-96D9238299CC}"/>
              </a:ext>
            </a:extLst>
          </p:cNvPr>
          <p:cNvSpPr txBox="1"/>
          <p:nvPr/>
        </p:nvSpPr>
        <p:spPr>
          <a:xfrm>
            <a:off x="4777073" y="8180679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623A4-E0C9-6B2F-6AB2-751811ED6D51}"/>
              </a:ext>
            </a:extLst>
          </p:cNvPr>
          <p:cNvSpPr txBox="1"/>
          <p:nvPr/>
        </p:nvSpPr>
        <p:spPr>
          <a:xfrm>
            <a:off x="3758044" y="-48093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Result Interpretation: Business Impact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F5951D1B-2791-CB6E-0BB7-DC99E22E1739}"/>
              </a:ext>
            </a:extLst>
          </p:cNvPr>
          <p:cNvSpPr/>
          <p:nvPr/>
        </p:nvSpPr>
        <p:spPr>
          <a:xfrm>
            <a:off x="-3870624" y="707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1653476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A51B4-DC30-2C8E-AF8C-933905C2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6CD6035-DF73-6BA8-E275-2D1BCC85F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C38AD8-D613-619A-ACA3-983F752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F03C37D-A63E-5E54-1EE7-927DE93FC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77FC9E49-478F-7D69-12D4-3A9D3EC00B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E32A49E5-A4C0-193C-5F2C-B81C76E4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82B9DF4F-A6C9-1802-D88D-62939CDCE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09C40FF-AF2E-777C-9A89-3B279BC385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33A9E70-705A-FAE9-8CFD-11F18FA74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8A8BFA0-E5BE-3DC0-954D-6DA9D6FD2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35255B1-63D1-DFAD-FE5A-3AE5B32F2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856EB4-E70D-996D-1124-2A70856424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572C3C8-337F-E7F7-FB3F-197F351D7F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14725C2-70AA-2F5B-EFBD-2F8802237B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D51123A-1E55-EC53-3D06-875287F6B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DE4681A2-8EAB-B497-AEA0-35C2747F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3132B333-5E4E-6C20-FB1A-3283BCA10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E518E3C-6C09-275C-BA41-AAA7E9CC1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28B867D-7924-CFAB-C403-191EBBEF0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08FEE37E-5C14-DF7B-6D55-E8A40207C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C13B23E-BDA6-8280-8399-32A7BE744C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B0985D1-13C3-687F-20F1-ED6FA0D30F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09C4736-8547-417A-FE7B-4ECCE1F98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7904744-A440-F957-7B40-7193E523FD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1790985-A512-8475-43FF-7DF848CA51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580E813-04D0-3975-A1A8-ECF420566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1601BCA-9133-1E60-A771-8D36BAAA1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57D5926-6DB9-EB51-0C54-A3FAB9CD6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6A4B8C9-E8A0-D619-F4A8-A6926CFF8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AB0AFA5-315F-1162-1D11-BD39BB10F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9D5C9F-5CB5-A9C7-FCA6-9D86F853A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917FFA6-0F47-0CB1-7F5C-22C5F2A58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247B9DD-53B5-C38E-0BFE-11753436D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5F70F80-1BD1-F652-04F6-3D769C963F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02F019E-CCD3-F1F0-CA23-75EFB0B31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3553C68E-968B-74E3-FC8C-7F6649A7A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450C65-BB62-69B2-4292-153889F4C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13804D1-04EA-69C8-67A5-2B8FF2FF6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8CACEFB-8747-317A-8B46-721BE3BE1F9D}"/>
              </a:ext>
            </a:extLst>
          </p:cNvPr>
          <p:cNvSpPr txBox="1"/>
          <p:nvPr/>
        </p:nvSpPr>
        <p:spPr>
          <a:xfrm>
            <a:off x="3770463" y="-15004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CEB88-D913-24A7-87B9-5502F04BD04C}"/>
              </a:ext>
            </a:extLst>
          </p:cNvPr>
          <p:cNvSpPr txBox="1"/>
          <p:nvPr/>
        </p:nvSpPr>
        <p:spPr>
          <a:xfrm>
            <a:off x="-637352" y="-6301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1977A-4DD2-4D73-A977-4DC3C00E0D44}"/>
              </a:ext>
            </a:extLst>
          </p:cNvPr>
          <p:cNvSpPr txBox="1"/>
          <p:nvPr/>
        </p:nvSpPr>
        <p:spPr>
          <a:xfrm>
            <a:off x="8654689" y="-6301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A8B5E-55CC-8F2C-1AAA-4C123BAE845A}"/>
              </a:ext>
            </a:extLst>
          </p:cNvPr>
          <p:cNvSpPr txBox="1"/>
          <p:nvPr/>
        </p:nvSpPr>
        <p:spPr>
          <a:xfrm>
            <a:off x="423659" y="701645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E5FA6-7B35-5EA2-1D5C-20FC24B0336C}"/>
              </a:ext>
            </a:extLst>
          </p:cNvPr>
          <p:cNvSpPr txBox="1"/>
          <p:nvPr/>
        </p:nvSpPr>
        <p:spPr>
          <a:xfrm>
            <a:off x="5069119" y="31153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05.Limitation</a:t>
            </a:r>
            <a:endParaRPr lang="en-US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1CE51-7B9B-9731-43E0-7400D1F5BAD1}"/>
              </a:ext>
            </a:extLst>
          </p:cNvPr>
          <p:cNvSpPr txBox="1"/>
          <p:nvPr/>
        </p:nvSpPr>
        <p:spPr>
          <a:xfrm>
            <a:off x="4777073" y="8180679"/>
            <a:ext cx="24621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and Scope</a:t>
            </a:r>
            <a:endParaRPr 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9B043-AB16-9F9F-4C67-7B2CD651239B}"/>
              </a:ext>
            </a:extLst>
          </p:cNvPr>
          <p:cNvSpPr txBox="1"/>
          <p:nvPr/>
        </p:nvSpPr>
        <p:spPr>
          <a:xfrm>
            <a:off x="3758044" y="376318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Limitations: Challenges in Implementation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8D729D7E-A441-8462-00E3-9AF2E83D1053}"/>
              </a:ext>
            </a:extLst>
          </p:cNvPr>
          <p:cNvSpPr/>
          <p:nvPr/>
        </p:nvSpPr>
        <p:spPr>
          <a:xfrm>
            <a:off x="4320876" y="14693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320D67-350F-6011-4DA2-85BEF2B63934}"/>
              </a:ext>
            </a:extLst>
          </p:cNvPr>
          <p:cNvSpPr/>
          <p:nvPr/>
        </p:nvSpPr>
        <p:spPr>
          <a:xfrm>
            <a:off x="2177751" y="2564677"/>
            <a:ext cx="373467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Classification: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Lack of historical data for new routes.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0C443F-C192-DD4A-64DD-97938783996C}"/>
              </a:ext>
            </a:extLst>
          </p:cNvPr>
          <p:cNvSpPr/>
          <p:nvPr/>
        </p:nvSpPr>
        <p:spPr>
          <a:xfrm>
            <a:off x="6444951" y="2564677"/>
            <a:ext cx="367752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Scalability: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High-frequency data streams strain processing.</a:t>
            </a:r>
            <a:br>
              <a:rPr lang="en-US" sz="2400" b="1" dirty="0"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695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54A69-5E28-FFAD-0A06-33AC1817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678C890-82B2-6022-6FDB-431FDBD4D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AE6C2C-1DC9-E27B-F32A-25207805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1D1F01-E529-8D08-400A-CA321A6C0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D3025936-8D61-5EBA-AB35-0FE8EBEA85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8E693A27-F1BA-9801-56B0-E0622D1E9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DDF1D087-38D6-D2FA-5525-59A21FFC3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7AD90A6-43CA-646D-DAC7-9EC758783E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1B55DA8-FA16-A93D-47A9-E77661A4A1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69D45AF-ABD2-6535-0D53-FF268F9F0F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CE0B430-4B69-9411-D6E2-237C4C34E0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B1EA0D5-D401-3E0B-740F-2764181153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1D1EA97-28D5-15E2-F9B8-01FC33194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97162-AFED-4EA1-CA14-EB19594159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4703286-696A-4F32-213A-5DA35D4AE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4F70CE86-2BB8-FD83-D273-9CEF4153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F0A0CD3D-B7E5-12A8-AA7A-5A3638FEA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2D58C9-999E-796A-B8C0-C49D3B3E4A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F91679E-A8E2-3644-D84C-96D982243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41FCC67A-9718-94EE-0F86-C694267FB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595EFEA-BE48-495A-B16E-F7426FD20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F1CD34F-229A-CD65-C7E3-7FAE3B39EA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09C55CB-49ED-FBD3-5F14-EC1629CA82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6214057-9AF0-1310-1C23-65E89C288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6C168E3-5A00-1842-6906-D36C0232F8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D5DB1FA-4D10-5981-492F-7E042146F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42F94DA-A22B-3289-51DB-66D360D5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1FE6361-D0A0-2ED3-AC1A-588B6E125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D58917C-05C9-5381-4D7B-44208C40E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D486243-909A-F75F-EE59-071E3132B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061EDD7-3759-0310-EF4B-7C3AC3225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C07820B-B927-2D8D-4CFE-8AE1C6631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F348455-04F4-E188-85F2-B183B70DD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B612E6E-B617-3471-60C8-5753A0A8F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7B4C92B-C498-C4E8-06BE-AC50497A2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B660B16B-E3E0-1513-2AEB-33EC7DF40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44C81E4-16E6-9BB4-5E49-EE6FFE46E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714AE0E-FC07-5DBF-1705-9FF1EB8AA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7B52D24-8A0C-5710-DC70-09A4EC6C4633}"/>
              </a:ext>
            </a:extLst>
          </p:cNvPr>
          <p:cNvSpPr txBox="1"/>
          <p:nvPr/>
        </p:nvSpPr>
        <p:spPr>
          <a:xfrm>
            <a:off x="3770463" y="-15004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DDEFA-A21D-08CA-DBF0-6D1A5EC0A19A}"/>
              </a:ext>
            </a:extLst>
          </p:cNvPr>
          <p:cNvSpPr txBox="1"/>
          <p:nvPr/>
        </p:nvSpPr>
        <p:spPr>
          <a:xfrm>
            <a:off x="-637352" y="-6301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260BF-83B7-6697-7EC4-680805F4B8FF}"/>
              </a:ext>
            </a:extLst>
          </p:cNvPr>
          <p:cNvSpPr txBox="1"/>
          <p:nvPr/>
        </p:nvSpPr>
        <p:spPr>
          <a:xfrm>
            <a:off x="8654689" y="-6301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7C1B8-7A1D-2FDD-893A-FE2263D03BFF}"/>
              </a:ext>
            </a:extLst>
          </p:cNvPr>
          <p:cNvSpPr txBox="1"/>
          <p:nvPr/>
        </p:nvSpPr>
        <p:spPr>
          <a:xfrm>
            <a:off x="423659" y="701645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F735BF-947B-9BA9-9021-66070A0F2D4B}"/>
              </a:ext>
            </a:extLst>
          </p:cNvPr>
          <p:cNvSpPr txBox="1"/>
          <p:nvPr/>
        </p:nvSpPr>
        <p:spPr>
          <a:xfrm>
            <a:off x="5088169" y="-2083397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Calibri"/>
                <a:ea typeface="Calibri"/>
                <a:cs typeface="Calibri"/>
              </a:rPr>
              <a:t>05.Limitation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2593B-31CB-0F74-D96A-13FAC09344A7}"/>
              </a:ext>
            </a:extLst>
          </p:cNvPr>
          <p:cNvSpPr txBox="1"/>
          <p:nvPr/>
        </p:nvSpPr>
        <p:spPr>
          <a:xfrm>
            <a:off x="2814923" y="2770479"/>
            <a:ext cx="70150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06.Future and Scope</a:t>
            </a:r>
            <a:endParaRPr lang="en-US" sz="6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35F65-AE81-E9A4-E98B-DDDF98CA42D3}"/>
              </a:ext>
            </a:extLst>
          </p:cNvPr>
          <p:cNvSpPr txBox="1"/>
          <p:nvPr/>
        </p:nvSpPr>
        <p:spPr>
          <a:xfrm>
            <a:off x="3758044" y="-177633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Limitations: Challenges in Implementation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0E6C4A94-EF3B-859A-86AA-A39D58A0DC87}"/>
              </a:ext>
            </a:extLst>
          </p:cNvPr>
          <p:cNvSpPr/>
          <p:nvPr/>
        </p:nvSpPr>
        <p:spPr>
          <a:xfrm>
            <a:off x="4168476" y="-9881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DD5FBC-1C76-AE94-286E-6BB5738FC2EA}"/>
              </a:ext>
            </a:extLst>
          </p:cNvPr>
          <p:cNvSpPr/>
          <p:nvPr/>
        </p:nvSpPr>
        <p:spPr>
          <a:xfrm>
            <a:off x="-6185199" y="2421802"/>
            <a:ext cx="373467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Classification: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Lack of historical data for new routes.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E80D80-F596-D922-D4AA-269FB6738E30}"/>
              </a:ext>
            </a:extLst>
          </p:cNvPr>
          <p:cNvSpPr/>
          <p:nvPr/>
        </p:nvSpPr>
        <p:spPr>
          <a:xfrm>
            <a:off x="15227001" y="2421802"/>
            <a:ext cx="367752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Scalability: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High-frequency data streams strain processing.</a:t>
            </a:r>
            <a:br>
              <a:rPr lang="en-US" sz="2400" b="1" dirty="0"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465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5DBD6-826B-B722-70B7-FB342420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55202F4-7975-D7AB-5809-3FC6773BB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790D30-4255-DE1C-BD5F-0440476E2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1A849F1-C8C0-9EDE-3590-5C06F8709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5E96A51A-E68A-F5E5-6FE6-CF14A8AE30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F7280372-1790-8C44-94B7-DD29E90DA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AFB413D3-28B6-FDF6-DBEF-340F7A325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A576319-3B10-7F02-1181-B4FDF6ACF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7AE1BA9-CB86-C0F5-4690-B99D2E256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6F950CB-3BE1-CBAF-3F36-3E811298A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3A049F9-3761-BC14-0433-D968BFDCDB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0075E6E-5C92-9230-8222-0309DE31C9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929955B-B4A4-25E4-8C21-81C950AD11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292B10B-184A-408E-866C-BE837CB449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5AD119F-32B6-1315-509D-3E4646D49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4E800726-F164-65F8-BD65-48BD0AC2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6C9B3F94-A87A-4687-06B4-9B47A6D57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F331EAD-8F65-D2E9-8331-C096DCB44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C4E1591-996A-8DF9-2F7E-DE84D1835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C0BE5AFF-7656-E091-E92D-F55EB514D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FD63732-7813-4E3B-469C-9C4ADDA41D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C1A4C31-0515-CF23-5EEF-0030B0201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ABDFC939-BAF7-C2FF-51CD-A34E771CC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ABE5A65-9A9E-618B-F09E-1FF945EAC8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66EBE5-D117-67B1-E528-FEB23A2335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8F629C7-F567-EB31-032B-E9761E4E0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72B36A0-3F6A-9ADB-A3FE-9D1831852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65A557E-E196-5C5C-34AD-F0AE4A635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E8600E7-08E2-768F-43F8-50397D844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21EBB44-B844-9E94-4D08-CA10C1B6F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3F7EF55-A5F3-31F2-27D1-AE6869463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A94299E-3E47-D5EA-20EB-FA3A2AA80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F93185D-5008-83E5-55DC-14181E80F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F817A55-FCCD-A4B8-5AED-BC242B017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722538F-4A21-C1C3-6172-C654A3092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347620E9-9F10-CE7A-D619-2F20948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BAB61B2-7444-953E-CD05-62AE9680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7BDC50C-1C1C-24D6-D694-E3E134D41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E83A96-AB42-8074-7C13-43853A172E33}"/>
              </a:ext>
            </a:extLst>
          </p:cNvPr>
          <p:cNvSpPr txBox="1"/>
          <p:nvPr/>
        </p:nvSpPr>
        <p:spPr>
          <a:xfrm>
            <a:off x="3770463" y="-15004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0C977-44D5-CDC5-7CB3-31ED2E50F14B}"/>
              </a:ext>
            </a:extLst>
          </p:cNvPr>
          <p:cNvSpPr txBox="1"/>
          <p:nvPr/>
        </p:nvSpPr>
        <p:spPr>
          <a:xfrm>
            <a:off x="-637352" y="-6301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96A9A-376D-D600-EAB3-EA2F7C80009E}"/>
              </a:ext>
            </a:extLst>
          </p:cNvPr>
          <p:cNvSpPr txBox="1"/>
          <p:nvPr/>
        </p:nvSpPr>
        <p:spPr>
          <a:xfrm>
            <a:off x="8654689" y="-6301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36DAF8-4764-B4EA-A32B-53AE93661E6D}"/>
              </a:ext>
            </a:extLst>
          </p:cNvPr>
          <p:cNvSpPr txBox="1"/>
          <p:nvPr/>
        </p:nvSpPr>
        <p:spPr>
          <a:xfrm>
            <a:off x="423659" y="701645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E1E0D6-C35D-D363-18CC-56B7BBFD84A1}"/>
              </a:ext>
            </a:extLst>
          </p:cNvPr>
          <p:cNvSpPr txBox="1"/>
          <p:nvPr/>
        </p:nvSpPr>
        <p:spPr>
          <a:xfrm>
            <a:off x="5088169" y="-2083397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Calibri"/>
                <a:ea typeface="Calibri"/>
                <a:cs typeface="Calibri"/>
              </a:rPr>
              <a:t>05.Limitation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AB988-8606-22C2-AFE5-CB13C35BA463}"/>
              </a:ext>
            </a:extLst>
          </p:cNvPr>
          <p:cNvSpPr txBox="1"/>
          <p:nvPr/>
        </p:nvSpPr>
        <p:spPr>
          <a:xfrm>
            <a:off x="2814923" y="2770479"/>
            <a:ext cx="70150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u="sng" dirty="0">
                <a:latin typeface="Calibri"/>
                <a:ea typeface="Calibri"/>
                <a:cs typeface="Calibri"/>
              </a:rPr>
              <a:t>06.Future and Scope</a:t>
            </a:r>
            <a:endParaRPr lang="en-US" sz="6000" u="s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962C6-81C6-9F3B-BE5A-DF1DEC7F48F3}"/>
              </a:ext>
            </a:extLst>
          </p:cNvPr>
          <p:cNvSpPr txBox="1"/>
          <p:nvPr/>
        </p:nvSpPr>
        <p:spPr>
          <a:xfrm>
            <a:off x="3758044" y="-1776332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Limitations: Challenges in Implementation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4E7406C4-C073-1D54-F522-E973AA826465}"/>
              </a:ext>
            </a:extLst>
          </p:cNvPr>
          <p:cNvSpPr/>
          <p:nvPr/>
        </p:nvSpPr>
        <p:spPr>
          <a:xfrm>
            <a:off x="4168476" y="-9881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2476D8-D129-AAD9-3408-4C1A841C920A}"/>
              </a:ext>
            </a:extLst>
          </p:cNvPr>
          <p:cNvSpPr/>
          <p:nvPr/>
        </p:nvSpPr>
        <p:spPr>
          <a:xfrm>
            <a:off x="-6185199" y="2421802"/>
            <a:ext cx="373467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Classification: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Lack of historical data for new routes.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000F6A-D0AF-FF94-38EC-4B67588D7448}"/>
              </a:ext>
            </a:extLst>
          </p:cNvPr>
          <p:cNvSpPr/>
          <p:nvPr/>
        </p:nvSpPr>
        <p:spPr>
          <a:xfrm>
            <a:off x="15227001" y="2421802"/>
            <a:ext cx="3677520" cy="26481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Scalability: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High-frequency data streams strain processing.</a:t>
            </a:r>
            <a:br>
              <a:rPr lang="en-US" sz="2400" b="1" dirty="0">
                <a:ea typeface="+mn-lt"/>
                <a:cs typeface="+mn-lt"/>
              </a:rPr>
            </a:br>
            <a:br>
              <a:rPr lang="en-US" b="1" dirty="0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819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3C60A-5948-1049-19A5-5F85D960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F536C20-DF9E-849D-3F30-021AD6AF9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E124BF-F828-121C-AA6F-99315E6C4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FB80B5B-5E6F-225A-E1CD-546061AD5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3C768AC3-5921-9C57-FE1D-016E560A9B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BCDECD07-9F3C-FC9E-E8A3-7FE4597B4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F72DDCAA-5AD9-70F7-B370-D4CA92FF6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640FEA6-27FF-3A94-EE74-FC49538BA3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14AAB77-AEBE-1278-FBDE-85BED2A1D2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E777535-B833-9051-397F-B598DC1FA7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76993B4-DA4E-EA90-8C17-1E0C01C271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B68ACB9-C8B4-6514-181F-6703E2792E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29F320F-554F-67E2-ECEE-30F9BCA1A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01DE29F-42B4-49F5-FA8A-6E2A88D4D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1455C0B-4592-D7E8-C554-CB81449A8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Footer Placeholder 42">
            <a:extLst>
              <a:ext uri="{FF2B5EF4-FFF2-40B4-BE49-F238E27FC236}">
                <a16:creationId xmlns:a16="http://schemas.microsoft.com/office/drawing/2014/main" id="{A6A5B742-8969-47A8-1F83-6357473F1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4" name="Top Left">
            <a:extLst>
              <a:ext uri="{FF2B5EF4-FFF2-40B4-BE49-F238E27FC236}">
                <a16:creationId xmlns:a16="http://schemas.microsoft.com/office/drawing/2014/main" id="{695E300D-D427-43FB-56F4-18639D76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9A8C02B-4C8F-1340-121F-F87D1D3E9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A61F5DF-B593-208D-3AC0-05BD55C92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EF81C87E-1425-4C67-71BB-96D4950D2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57EDA9D-9396-457E-605A-DE5E2BBCD6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5AA87D1-DF56-0461-C681-42653C66A2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0E1A5C3-5182-4376-6885-A1DEA3694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2C3C322-0EE3-549B-4E90-68BE97868B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4EF05F2-5B3C-7F95-83A9-B35A7852D4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68DB13-D32C-BD4B-1831-56BF4DC5F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C46B371-244B-3852-A18B-5FAE00233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95FC0C6-7611-B891-9ACA-DE3BAE6B8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8F1734C-1E25-A33E-4054-23BE34287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F842367-CB68-8C63-4F8E-3A6C2C809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02718AA-BCAF-671C-855C-AD7071E81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004FC6A-9D5B-AB31-7B44-BBF8B2FD2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2CA6066-6E32-CD55-B27C-4E307BD45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10619DF-7B16-CCB4-FC49-3DBAB387A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FE3898-19D9-1A7F-74C9-B016A7899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4026D80D-3334-47A8-9906-8A3414004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51C5A7-3691-B0CC-CA91-DBC649D43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7C492DB-CB10-1F81-8104-56E2EB5D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42CECF-4BEC-4D71-0B62-1AE7C741D5B1}"/>
              </a:ext>
            </a:extLst>
          </p:cNvPr>
          <p:cNvSpPr txBox="1"/>
          <p:nvPr/>
        </p:nvSpPr>
        <p:spPr>
          <a:xfrm>
            <a:off x="3770463" y="-1500498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14507-83C5-FBA5-86EF-0DDD79AE2E81}"/>
              </a:ext>
            </a:extLst>
          </p:cNvPr>
          <p:cNvSpPr txBox="1"/>
          <p:nvPr/>
        </p:nvSpPr>
        <p:spPr>
          <a:xfrm>
            <a:off x="-637352" y="-630172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E8B36-F0F2-4A5C-3EDE-458033DB3158}"/>
              </a:ext>
            </a:extLst>
          </p:cNvPr>
          <p:cNvSpPr txBox="1"/>
          <p:nvPr/>
        </p:nvSpPr>
        <p:spPr>
          <a:xfrm>
            <a:off x="8654689" y="-6301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60142-35EB-091B-D092-2DF5B59EFB0A}"/>
              </a:ext>
            </a:extLst>
          </p:cNvPr>
          <p:cNvSpPr txBox="1"/>
          <p:nvPr/>
        </p:nvSpPr>
        <p:spPr>
          <a:xfrm>
            <a:off x="423659" y="7016455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C4BAC-12F5-A3DC-A05A-100FF5C73890}"/>
              </a:ext>
            </a:extLst>
          </p:cNvPr>
          <p:cNvSpPr txBox="1"/>
          <p:nvPr/>
        </p:nvSpPr>
        <p:spPr>
          <a:xfrm>
            <a:off x="5088169" y="-2083397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05.Limitation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E4D02-7136-3469-6556-D87F26F27CCE}"/>
              </a:ext>
            </a:extLst>
          </p:cNvPr>
          <p:cNvSpPr txBox="1"/>
          <p:nvPr/>
        </p:nvSpPr>
        <p:spPr>
          <a:xfrm>
            <a:off x="4691348" y="-1296"/>
            <a:ext cx="28050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latin typeface="Calibri"/>
                <a:ea typeface="Calibri"/>
                <a:cs typeface="Calibri"/>
              </a:rPr>
              <a:t>06.Future and Scope</a:t>
            </a:r>
            <a:endParaRPr lang="en-US" sz="2400" u="sng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06838-54C0-3BAF-FF03-C81E4E75985B}"/>
              </a:ext>
            </a:extLst>
          </p:cNvPr>
          <p:cNvSpPr txBox="1"/>
          <p:nvPr/>
        </p:nvSpPr>
        <p:spPr>
          <a:xfrm>
            <a:off x="3824719" y="290593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Future &amp; Scope: Towards Supply Chain 4.0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00ADC10C-51FB-4A07-1A34-5A9B356CE90A}"/>
              </a:ext>
            </a:extLst>
          </p:cNvPr>
          <p:cNvSpPr/>
          <p:nvPr/>
        </p:nvSpPr>
        <p:spPr>
          <a:xfrm>
            <a:off x="4168476" y="-9881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A421D8-4924-D2E7-CDE2-3619CCB4FFD6}"/>
              </a:ext>
            </a:extLst>
          </p:cNvPr>
          <p:cNvSpPr/>
          <p:nvPr/>
        </p:nvSpPr>
        <p:spPr>
          <a:xfrm>
            <a:off x="704850" y="1466850"/>
            <a:ext cx="3124200" cy="41338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AI-Driven Predictive Maintenance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: Reduce sensor failures by 25%.</a:t>
            </a:r>
            <a:endParaRPr lang="en-US" sz="24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053C2E-89B8-30B5-B2FD-A21E0DC74B25}"/>
              </a:ext>
            </a:extLst>
          </p:cNvPr>
          <p:cNvSpPr/>
          <p:nvPr/>
        </p:nvSpPr>
        <p:spPr>
          <a:xfrm>
            <a:off x="4448175" y="1466849"/>
            <a:ext cx="3124200" cy="41338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Blockchain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: Secure data sharing with suppliers (e.g., Walmart, Amazon).</a:t>
            </a: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A02572-46F7-C436-01DB-3E521537FDE4}"/>
              </a:ext>
            </a:extLst>
          </p:cNvPr>
          <p:cNvSpPr/>
          <p:nvPr/>
        </p:nvSpPr>
        <p:spPr>
          <a:xfrm>
            <a:off x="8172450" y="1466849"/>
            <a:ext cx="3124200" cy="41338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Hybrid Connectivity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: Combine NB-IoT and satellite for 100% coverage.</a:t>
            </a: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863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18796-E3CF-314F-3DD2-07749F4B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BC39070-0433-0CB5-31EF-DE2FD3EA4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0617BF-8424-B525-88DD-4ECBDEDA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9BA560-B15A-1EE2-4ADE-71E60D7BA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3F7F6CA1-2A50-9955-8F74-E5818E890F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54770104-FE31-301E-66E6-0024AE749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17A06BF3-D423-ED92-71DB-8351C52F5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16FF1D0-FCDB-CDB8-0230-4D39DEA9F4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7E4F398-6AC7-F5BB-8D0B-4BAADC584A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F561640-9926-45D4-20C1-8C7DEEF714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F692F78-792D-6FCC-969F-C6B23159C5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2968E60-385F-1A42-1F06-C3D4F0AB27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7CED93F-8F5C-2710-1EFD-68B7877048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3394F5E-7C5F-0C62-3C06-484ECD39C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89D34DB-D258-2D7C-A5AF-13E63AA1D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Top Left">
            <a:extLst>
              <a:ext uri="{FF2B5EF4-FFF2-40B4-BE49-F238E27FC236}">
                <a16:creationId xmlns:a16="http://schemas.microsoft.com/office/drawing/2014/main" id="{645DB0FA-8EFC-1BF6-69A6-95A9B9346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C34D1CF-2DDA-AC91-7543-72F7E60B3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1973B83-F46E-2965-B090-666C6482D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1F9A6FED-C91D-6462-94A8-3F6CDE12A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E4D658E-7E1D-77FF-F799-F44DEFBAB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D600357-5DC6-4F1A-3605-15F96A9F81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AAEDE02-5FEE-6859-C1C0-4120B8BF44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955ACF2-DA82-8A86-AD23-C8C0D87165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BB68B1B-14FE-C2A5-AF21-87FFD7ECEC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06055B6-431F-DC7B-79E9-874650CD0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3615A39-8427-2280-5E6B-FAAD87780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DAFD622-0936-38A1-75E5-59BB8C649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E2F5D4F-9CD8-92B1-7DFA-D0228FED1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F631AE3-6873-4AB6-8951-89EDF66D6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5383F06-F4DB-2DD3-0F15-88E984EE8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C2D0F47-AEBB-072D-FB4E-04B2F7D4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1FB7092-0AAC-F922-4E02-02928A4F6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55140D1-0B49-28B1-A8B5-56FE62F19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1BEC8A2-1CCE-81C0-A971-525E30FAD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64AF46A6-8A06-D8D0-B0A4-745EDA8F7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37D6D7A-2744-CCDC-DA7A-CD647A106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2F2E579-B620-B076-87BE-216AA9362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11A280B-9FD3-E649-624F-1563F6ED87CE}"/>
              </a:ext>
            </a:extLst>
          </p:cNvPr>
          <p:cNvSpPr txBox="1"/>
          <p:nvPr/>
        </p:nvSpPr>
        <p:spPr>
          <a:xfrm>
            <a:off x="3713313" y="956952"/>
            <a:ext cx="5110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7A03D-D7B7-4266-C3F2-547C156A66E2}"/>
              </a:ext>
            </a:extLst>
          </p:cNvPr>
          <p:cNvSpPr txBox="1"/>
          <p:nvPr/>
        </p:nvSpPr>
        <p:spPr>
          <a:xfrm>
            <a:off x="-694502" y="1827278"/>
            <a:ext cx="5529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8835C-74AA-F737-FFE2-6BE0DAB9C87D}"/>
              </a:ext>
            </a:extLst>
          </p:cNvPr>
          <p:cNvSpPr txBox="1"/>
          <p:nvPr/>
        </p:nvSpPr>
        <p:spPr>
          <a:xfrm>
            <a:off x="8597539" y="1827278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7D396-7C69-6C72-7491-E26AAC4EE3C7}"/>
              </a:ext>
            </a:extLst>
          </p:cNvPr>
          <p:cNvSpPr txBox="1"/>
          <p:nvPr/>
        </p:nvSpPr>
        <p:spPr>
          <a:xfrm>
            <a:off x="671309" y="3939880"/>
            <a:ext cx="3291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2EC5CD-7D8E-BE23-75BE-ABD6455F7C97}"/>
              </a:ext>
            </a:extLst>
          </p:cNvPr>
          <p:cNvSpPr txBox="1"/>
          <p:nvPr/>
        </p:nvSpPr>
        <p:spPr>
          <a:xfrm>
            <a:off x="8974369" y="3926878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05.Limitation</a:t>
            </a:r>
            <a:endParaRPr lang="en-US" u="sng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C847D-A89A-528B-DF31-A0589C4B4FEE}"/>
              </a:ext>
            </a:extLst>
          </p:cNvPr>
          <p:cNvSpPr txBox="1"/>
          <p:nvPr/>
        </p:nvSpPr>
        <p:spPr>
          <a:xfrm>
            <a:off x="4862798" y="5466054"/>
            <a:ext cx="28050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06.Future and Scope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99D3E-B3F1-4BA5-1932-C6B21467A2B0}"/>
              </a:ext>
            </a:extLst>
          </p:cNvPr>
          <p:cNvSpPr txBox="1"/>
          <p:nvPr/>
        </p:nvSpPr>
        <p:spPr>
          <a:xfrm>
            <a:off x="3824719" y="-1671557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Future &amp; Scope: Towards Supply Chain 4.0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7BF04D56-6646-15A9-F975-3C2C009ADAC6}"/>
              </a:ext>
            </a:extLst>
          </p:cNvPr>
          <p:cNvSpPr/>
          <p:nvPr/>
        </p:nvSpPr>
        <p:spPr>
          <a:xfrm>
            <a:off x="4168476" y="-9881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8A41A1-3F76-8164-F04C-A0CB14E783EC}"/>
              </a:ext>
            </a:extLst>
          </p:cNvPr>
          <p:cNvSpPr/>
          <p:nvPr/>
        </p:nvSpPr>
        <p:spPr>
          <a:xfrm>
            <a:off x="4448175" y="7629524"/>
            <a:ext cx="3124200" cy="41338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Blockchain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: Secure data sharing with suppliers (e.g., Walmart, Amazon).</a:t>
            </a: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84B5AB-A286-F8BE-3746-0797BBF415C8}"/>
              </a:ext>
            </a:extLst>
          </p:cNvPr>
          <p:cNvSpPr/>
          <p:nvPr/>
        </p:nvSpPr>
        <p:spPr>
          <a:xfrm>
            <a:off x="13354050" y="1466849"/>
            <a:ext cx="3124200" cy="41338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Hybrid Connectivity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: Combine NB-IoT and satellite for 100% coverage.</a:t>
            </a: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2134C2-ADFB-F892-93FB-9543918DE932}"/>
              </a:ext>
            </a:extLst>
          </p:cNvPr>
          <p:cNvSpPr/>
          <p:nvPr/>
        </p:nvSpPr>
        <p:spPr>
          <a:xfrm>
            <a:off x="-3838575" y="1466850"/>
            <a:ext cx="3124200" cy="41338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AI-Driven Predictive Maintenance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: Reduce sensor failures by 25%.</a:t>
            </a:r>
            <a:endParaRPr lang="en-US" sz="240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 descr="A stack of cardboard boxes on a pallet&#10;&#10;AI-generated content may be incorrect.">
            <a:extLst>
              <a:ext uri="{FF2B5EF4-FFF2-40B4-BE49-F238E27FC236}">
                <a16:creationId xmlns:a16="http://schemas.microsoft.com/office/drawing/2014/main" id="{B5DC76E1-5A1D-943A-1D1E-C9FD65F2A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036" y="2135909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73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7A525-5173-6AEC-89D4-AB641AEC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44C093E-6C89-E427-0655-7FB5EAF3D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9BF15D-DB57-C7BF-285C-5597B34EB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2BB7211-0182-4410-AC22-84E4B99E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F959F90E-BF31-CD64-213F-C416D81117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A395A556-B0DF-4BEF-397D-6C1DF9ADB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87D2720E-B312-D7FD-7EB9-C8583D530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47AF9A9-0ABF-C08A-F6FD-DA15F95C60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EF7DD9B-CDD5-4904-5542-D182EFE1F3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C3E72C8-F5DC-3B35-41E9-4FB35AE89A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4FA1027-F6F2-6663-24FE-5731AF28E8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209EE8F-D0AF-9FCF-13D1-17671A9E14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43AA6F2-69E4-B1BA-2C3B-AE573CE73A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A067EA9-04E9-277A-CDB1-E8AF2E0C15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22E4C9D-C6F0-B823-EE32-54B767384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Top Left">
            <a:extLst>
              <a:ext uri="{FF2B5EF4-FFF2-40B4-BE49-F238E27FC236}">
                <a16:creationId xmlns:a16="http://schemas.microsoft.com/office/drawing/2014/main" id="{1EE59552-C4B7-2931-4234-21780CBFA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6D10BF3-0C6B-61CE-49B1-A2F3862649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03405DC-E178-9490-EF38-EB8F58936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5305BC2E-F0E3-647A-6F69-22660AE78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79FEB4D-9A5C-56C7-281F-18EB08AB80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3AD885C-B9FD-A6B5-99FD-D8295EF1A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ABC87AE9-F475-BB36-B61E-BB2F2D3FA2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7FE813C-D662-FA10-E2BE-ADA1D04113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C74EF45-9923-4AA4-10B5-3436EE8962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BB26536-2D0F-47CC-C645-5E5C05467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6BEC0D4-DBBC-42EB-7B3D-8FEBEE64D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E139CCF-7471-E801-6972-2D4B64607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0DFD103-283B-0C17-C1B4-E7D410D47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EDF1FC5-897B-7466-5932-96FF1AED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007D6A0-4776-6274-5A32-5CF44E005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39EEFFE-AFF6-DC4A-78B4-118405B10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68420CD-2887-501D-5548-7136018A6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D7B1C9E-C71A-CD4F-4B51-3B267C5202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2F265B7-DAC4-ABCB-8E79-FC0CDD6E4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A701D05F-CB23-CD85-E922-56BD51FEA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A53B434-CA4E-1C67-4A39-3DAC6B2DE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F82CFBE-C596-C694-D9EE-52DAA581C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56EFB95-124D-7D32-7AAD-6427E081D11F}"/>
              </a:ext>
            </a:extLst>
          </p:cNvPr>
          <p:cNvSpPr txBox="1"/>
          <p:nvPr/>
        </p:nvSpPr>
        <p:spPr>
          <a:xfrm>
            <a:off x="4684863" y="2280927"/>
            <a:ext cx="31765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D3103-678A-ED26-8486-E9EA35CEB0F2}"/>
              </a:ext>
            </a:extLst>
          </p:cNvPr>
          <p:cNvSpPr txBox="1"/>
          <p:nvPr/>
        </p:nvSpPr>
        <p:spPr>
          <a:xfrm>
            <a:off x="5068123" y="2675003"/>
            <a:ext cx="25859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EF03A-6684-D31B-BF6E-C0EB3989C223}"/>
              </a:ext>
            </a:extLst>
          </p:cNvPr>
          <p:cNvSpPr txBox="1"/>
          <p:nvPr/>
        </p:nvSpPr>
        <p:spPr>
          <a:xfrm>
            <a:off x="4835164" y="2903603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CB9FD-8D23-EED0-FEE0-F12E8CA8B0A6}"/>
              </a:ext>
            </a:extLst>
          </p:cNvPr>
          <p:cNvSpPr txBox="1"/>
          <p:nvPr/>
        </p:nvSpPr>
        <p:spPr>
          <a:xfrm>
            <a:off x="5252834" y="3425530"/>
            <a:ext cx="20250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D071EB-46EA-2A9F-9E77-C93D9DF86081}"/>
              </a:ext>
            </a:extLst>
          </p:cNvPr>
          <p:cNvSpPr txBox="1"/>
          <p:nvPr/>
        </p:nvSpPr>
        <p:spPr>
          <a:xfrm>
            <a:off x="5402494" y="3364903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05.Limitation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95870-13D0-2AE8-92FF-0E6611FC9CB9}"/>
              </a:ext>
            </a:extLst>
          </p:cNvPr>
          <p:cNvSpPr txBox="1"/>
          <p:nvPr/>
        </p:nvSpPr>
        <p:spPr>
          <a:xfrm>
            <a:off x="4834223" y="3703929"/>
            <a:ext cx="28050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06.Future and Scope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D7765-A2E2-7541-9AD1-9B7A07F137CB}"/>
              </a:ext>
            </a:extLst>
          </p:cNvPr>
          <p:cNvSpPr txBox="1"/>
          <p:nvPr/>
        </p:nvSpPr>
        <p:spPr>
          <a:xfrm>
            <a:off x="3824719" y="-1671557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Future &amp; Scope: Towards Supply Chain 4.0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126824AC-1530-2A6E-D143-1F6AB807E21E}"/>
              </a:ext>
            </a:extLst>
          </p:cNvPr>
          <p:cNvSpPr/>
          <p:nvPr/>
        </p:nvSpPr>
        <p:spPr>
          <a:xfrm>
            <a:off x="4301826" y="745402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PalletSense</a:t>
            </a:r>
            <a:r>
              <a:rPr lang="en-US" b="1" dirty="0">
                <a:solidFill>
                  <a:schemeClr val="bg1"/>
                </a:solidFill>
              </a:rPr>
              <a:t> Systems</a:t>
            </a:r>
          </a:p>
        </p:txBody>
      </p:sp>
      <p:pic>
        <p:nvPicPr>
          <p:cNvPr id="2" name="Picture 1" descr="A stack of cardboard boxes on a pallet&#10;&#10;AI-generated content may be incorrect.">
            <a:extLst>
              <a:ext uri="{FF2B5EF4-FFF2-40B4-BE49-F238E27FC236}">
                <a16:creationId xmlns:a16="http://schemas.microsoft.com/office/drawing/2014/main" id="{AF1128A6-E31A-688B-983D-5DAD40FF7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036" y="2135909"/>
            <a:ext cx="2743200" cy="2286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5A1BE-4A1D-C4DB-AAB5-A442C664942E}"/>
              </a:ext>
            </a:extLst>
          </p:cNvPr>
          <p:cNvSpPr/>
          <p:nvPr/>
        </p:nvSpPr>
        <p:spPr>
          <a:xfrm>
            <a:off x="4761057" y="7174922"/>
            <a:ext cx="2799772" cy="79375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Monitoring Dashboard</a:t>
            </a:r>
          </a:p>
        </p:txBody>
      </p:sp>
    </p:spTree>
    <p:extLst>
      <p:ext uri="{BB962C8B-B14F-4D97-AF65-F5344CB8AC3E}">
        <p14:creationId xmlns:p14="http://schemas.microsoft.com/office/powerpoint/2010/main" val="4270495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DD4F7-C785-CFD5-7813-DD765A91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50AD946B-8F64-B101-4AE1-C8F7B165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FAB665-33BE-CDCE-A7D2-2144646C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6935AB-F4CF-1F07-711A-B431ADD8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0C4C2F10-7678-8867-7394-004A37C8D3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955666FE-3CA2-7B4E-1468-664323BE3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DB380668-B563-B0F6-0518-6866041D2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16ACD9B-4630-306A-7E4F-B74607BE7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62437DF-2164-9517-DACC-CF076C652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1A30FE8-7E07-616E-890E-0861C2DD4A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89FAB6C-D1D7-9FB4-5F3F-2D94E5605A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046D724-B511-B433-CEC1-B38DAD8A9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9B08B19-C61B-F0D3-6DAC-120B90F2DD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5F68EEB-28F4-392F-F516-D35D6C2B1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36D14C-9E1D-A565-1D7D-FBC9D1488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Top Left">
            <a:extLst>
              <a:ext uri="{FF2B5EF4-FFF2-40B4-BE49-F238E27FC236}">
                <a16:creationId xmlns:a16="http://schemas.microsoft.com/office/drawing/2014/main" id="{E35DFD2E-CC14-661B-5F41-BEDC51655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5EA973A-D464-C58A-BD81-8C4AF929E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D9E5B54-7F8B-8D50-47D1-482687C16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18B5F629-41F5-9A9F-0657-73C2CD1B3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72AA017-3163-997C-90FE-6F78CDFDD1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67AACE8-CCF2-1947-E30E-FA4521205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7287899-3F96-B472-C518-343BCC05C6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7918EF8-1F42-1489-E0BA-4D4BB9205A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F9B8071-2C14-BC19-7EAA-BCC40D4512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AEB84E3-0257-73C3-395A-BF10BF040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E3FED7E-19C5-072B-DB7E-C26A7A2FC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C249365-7F9F-7AE1-1C46-262FA3984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7784371-1B7D-FEDA-2765-E30E68971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8562D8A-0F9A-BE9C-6932-98136CEF4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EDDF103-7AA5-2255-3960-59542CE63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173D4C3-34F2-542D-5957-EABEB34F2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6842FF-2212-05C1-5E1F-3F50EDEC4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F874C76-E82C-314A-F1A9-EE08FB3A9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D29B99C-73BE-EB44-68F1-9D63C3B27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01858B6A-C07F-2669-0B6A-F9ECA3936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759A10A-880D-A0DB-B879-9AC0ED588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95C8A1D-FFD5-4795-C1F9-AA9B4315A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458FD69-54C2-DDEC-BB24-292E599F239F}"/>
              </a:ext>
            </a:extLst>
          </p:cNvPr>
          <p:cNvSpPr txBox="1"/>
          <p:nvPr/>
        </p:nvSpPr>
        <p:spPr>
          <a:xfrm>
            <a:off x="4637238" y="-3043548"/>
            <a:ext cx="31765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01.Introduction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C82E4-82F6-43F9-F49E-DF8DA52031D5}"/>
              </a:ext>
            </a:extLst>
          </p:cNvPr>
          <p:cNvSpPr txBox="1"/>
          <p:nvPr/>
        </p:nvSpPr>
        <p:spPr>
          <a:xfrm>
            <a:off x="5020498" y="-2649472"/>
            <a:ext cx="25859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02.Methodology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E346A-CACA-4404-6CD2-24EF00C2EED5}"/>
              </a:ext>
            </a:extLst>
          </p:cNvPr>
          <p:cNvSpPr txBox="1"/>
          <p:nvPr/>
        </p:nvSpPr>
        <p:spPr>
          <a:xfrm>
            <a:off x="4787539" y="-2420872"/>
            <a:ext cx="26390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03.Output Analysis</a:t>
            </a:r>
            <a:endParaRPr lang="en-US" sz="2400" u="sng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8B6A47-D9EF-3DB0-A4CF-383BF101DAD2}"/>
              </a:ext>
            </a:extLst>
          </p:cNvPr>
          <p:cNvSpPr txBox="1"/>
          <p:nvPr/>
        </p:nvSpPr>
        <p:spPr>
          <a:xfrm>
            <a:off x="5281409" y="-1994195"/>
            <a:ext cx="20250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04.Result Interpretation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2B7BF-95B5-1159-9181-684CBBE1804C}"/>
              </a:ext>
            </a:extLst>
          </p:cNvPr>
          <p:cNvSpPr txBox="1"/>
          <p:nvPr/>
        </p:nvSpPr>
        <p:spPr>
          <a:xfrm>
            <a:off x="5354869" y="-1959572"/>
            <a:ext cx="1871589" cy="4711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05.Limitation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1F0D29-266F-5F54-D361-AC8A9E81BCCD}"/>
              </a:ext>
            </a:extLst>
          </p:cNvPr>
          <p:cNvSpPr txBox="1"/>
          <p:nvPr/>
        </p:nvSpPr>
        <p:spPr>
          <a:xfrm>
            <a:off x="4786598" y="-1620546"/>
            <a:ext cx="28050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06.Future and Scope</a:t>
            </a:r>
            <a:endParaRPr lang="en-US" sz="2400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1DF89-E80C-8BD7-8964-8DFF04D30FC6}"/>
              </a:ext>
            </a:extLst>
          </p:cNvPr>
          <p:cNvSpPr txBox="1"/>
          <p:nvPr/>
        </p:nvSpPr>
        <p:spPr>
          <a:xfrm>
            <a:off x="3824719" y="-1671557"/>
            <a:ext cx="4668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u="sng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Future &amp; Scope: Towards Supply Chain 4.0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D09E3A0B-B2B7-074F-B8BE-13B4E20BF894}"/>
              </a:ext>
            </a:extLst>
          </p:cNvPr>
          <p:cNvSpPr/>
          <p:nvPr/>
        </p:nvSpPr>
        <p:spPr>
          <a:xfrm>
            <a:off x="4301826" y="-11405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PalletSense</a:t>
            </a:r>
            <a:r>
              <a:rPr lang="en-US" b="1" dirty="0">
                <a:solidFill>
                  <a:schemeClr val="bg1"/>
                </a:solidFill>
              </a:rPr>
              <a:t> Systems</a:t>
            </a:r>
          </a:p>
        </p:txBody>
      </p:sp>
      <p:pic>
        <p:nvPicPr>
          <p:cNvPr id="2" name="Picture 1" descr="A stack of cardboard boxes on a pallet&#10;&#10;AI-generated content may be incorrect.">
            <a:extLst>
              <a:ext uri="{FF2B5EF4-FFF2-40B4-BE49-F238E27FC236}">
                <a16:creationId xmlns:a16="http://schemas.microsoft.com/office/drawing/2014/main" id="{8891C6CF-A4E4-4960-E7BF-F4C5F3DBC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786" y="-3159991"/>
            <a:ext cx="2743200" cy="2286000"/>
          </a:xfrm>
          <a:prstGeom prst="rect">
            <a:avLst/>
          </a:prstGeom>
        </p:spPr>
      </p:pic>
      <p:pic>
        <p:nvPicPr>
          <p:cNvPr id="9" name="Picture 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BBD34BF-BD8B-A9F6-A94B-BB137A673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0010"/>
            <a:ext cx="12192000" cy="69418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C04F16-DEBF-91B8-477A-A7136AB08AE0}"/>
              </a:ext>
            </a:extLst>
          </p:cNvPr>
          <p:cNvSpPr/>
          <p:nvPr/>
        </p:nvSpPr>
        <p:spPr>
          <a:xfrm>
            <a:off x="4703907" y="164522"/>
            <a:ext cx="2799772" cy="79375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Monitoring Dashboard</a:t>
            </a:r>
          </a:p>
          <a:p>
            <a:pPr algn="ctr"/>
            <a:r>
              <a:rPr lang="en-US" b="1" dirty="0"/>
              <a:t>(Hotspots)</a:t>
            </a:r>
          </a:p>
        </p:txBody>
      </p:sp>
    </p:spTree>
    <p:extLst>
      <p:ext uri="{BB962C8B-B14F-4D97-AF65-F5344CB8AC3E}">
        <p14:creationId xmlns:p14="http://schemas.microsoft.com/office/powerpoint/2010/main" val="4026332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2D6D6-C332-2426-59D4-48C80F8B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BE95914-171A-C73E-A689-34E135BCD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5FEC03-3731-E2EA-33FF-42135373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93DA05A-C47E-A9D1-588C-354386EDF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5AB77F3C-84F1-CF31-766B-90A5CFC0E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28585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28170279-71E3-B149-564D-68D51F899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B0B787A4-47E8-C02B-78E1-1BFB05D9B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A0198EB-96FF-913B-6DEF-60C809204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01584BE-359B-39DD-88B2-2A7133043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7B27BE2-F925-6331-FE25-01870E5F95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E44B8E0-CBA3-4AE1-48FC-23D8D3514A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9CD53910-C171-8DD3-FE25-16E80663B6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224C965-8BC7-A122-73C1-BB10D1E071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90AA63F-EC5F-18C1-C3CB-D1BE7A522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3E0B926-A1BC-B492-DBA3-F3F20BFAE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Top Left">
            <a:extLst>
              <a:ext uri="{FF2B5EF4-FFF2-40B4-BE49-F238E27FC236}">
                <a16:creationId xmlns:a16="http://schemas.microsoft.com/office/drawing/2014/main" id="{3E2B0A6F-D93B-30C1-A0A9-19E6E8DA1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C5F4001-1BBC-C9A8-A526-D641C91F7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601B7C2-6653-F8EA-695F-9EF9F9B73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BB236A9F-E53F-0D44-9DB8-AF47740F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3AEE562-1CFB-3F76-8211-1E499A433F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D258411B-0B73-0BCD-6FD0-9CF08A84F2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17769EB-B00E-6463-0FE4-0E9F51E57C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7211BC6-ECA9-2F13-3401-085EE50BDB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9EB06A7-6A80-C4E4-BECF-15A565962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52B01E4-27A9-347D-A9E5-37B77F054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77D80B7-11FA-1C36-1827-C58F39C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B05F997-B04A-514A-2A70-96918FB6A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97A86BD-1E26-EEBB-9070-6C00B8F05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4B83BD-A493-6EDA-1AB2-67995C7CC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91E930D-B740-E78D-E621-2369CB6B2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9C44A5E-FEDE-99C4-1A04-B0A1C194F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32D1D5D-0151-2915-6E2D-F4AF98E7F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8B8537D-D594-E61F-291A-C25D43583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5F84245-D4B4-0C74-EBAA-913D697C2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EECFD8E8-CD3E-FE8C-100C-DA8B1E122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075EE8-3051-F942-C5B0-48BBAC73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8EDF23-59F2-17D4-EEBF-BDB1F64E7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80DC4437-2CF8-8332-06AC-F0AF10F29509}"/>
              </a:ext>
            </a:extLst>
          </p:cNvPr>
          <p:cNvSpPr/>
          <p:nvPr/>
        </p:nvSpPr>
        <p:spPr>
          <a:xfrm>
            <a:off x="4301826" y="-11405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PalletSense</a:t>
            </a:r>
            <a:r>
              <a:rPr lang="en-US" b="1" dirty="0">
                <a:solidFill>
                  <a:schemeClr val="bg1"/>
                </a:solidFill>
              </a:rPr>
              <a:t> Systems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E6979FCE-FC20-E864-07E1-B316A3BFB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572"/>
            <a:ext cx="12192000" cy="685685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C41734-39E2-5C9C-6585-E4E078EBBDA5}"/>
              </a:ext>
            </a:extLst>
          </p:cNvPr>
          <p:cNvSpPr/>
          <p:nvPr/>
        </p:nvSpPr>
        <p:spPr>
          <a:xfrm>
            <a:off x="4703907" y="5593772"/>
            <a:ext cx="2799772" cy="7937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Monitoring Dashboard</a:t>
            </a:r>
          </a:p>
        </p:txBody>
      </p:sp>
    </p:spTree>
    <p:extLst>
      <p:ext uri="{BB962C8B-B14F-4D97-AF65-F5344CB8AC3E}">
        <p14:creationId xmlns:p14="http://schemas.microsoft.com/office/powerpoint/2010/main" val="2891099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A5FFE-C2F9-C1AA-50D9-6A5E1AAF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53E8CB2-AD3E-AFEC-6200-D01B0904B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C74916-E234-74FD-EB09-2FF79F432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445F7A4-B8E0-492C-5B9F-89DFAE4C6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with a truck and pallets&#10;&#10;AI-generated content may be incorrect.">
            <a:extLst>
              <a:ext uri="{FF2B5EF4-FFF2-40B4-BE49-F238E27FC236}">
                <a16:creationId xmlns:a16="http://schemas.microsoft.com/office/drawing/2014/main" id="{480B518A-2874-4D57-217A-4074391CED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15000"/>
                    </a14:imgEffect>
                  </a14:imgLayer>
                </a14:imgProps>
              </a:ext>
            </a:extLst>
          </a:blip>
          <a:srcRect t="26268" r="-1" b="17479"/>
          <a:stretch/>
        </p:blipFill>
        <p:spPr>
          <a:xfrm>
            <a:off x="57170" y="10"/>
            <a:ext cx="12188932" cy="6856614"/>
          </a:xfrm>
          <a:prstGeom prst="rect">
            <a:avLst/>
          </a:prstGeom>
        </p:spPr>
      </p:pic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012BD06C-D16F-24A7-087B-38E21EE9A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C867E525-9474-9B54-1E8B-358AF2FC8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66E5FB0-15FF-A79A-F294-699F03B5B6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4CDA79B-BFE0-C37C-675C-74C67AE23B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9BB583-1C32-7A05-2D30-4C4E70A693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E2EDAC3-6A21-CF7C-09A2-65BD8F928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1F9593-055C-3D58-174A-DAD772CF95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870FE60-8C92-82BE-C144-1D639D2038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5DF9E97-A6C1-7F09-B784-7590B6C451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5AB4FC8-BC20-132D-99A1-E9EF58988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4" name="Top Left">
            <a:extLst>
              <a:ext uri="{FF2B5EF4-FFF2-40B4-BE49-F238E27FC236}">
                <a16:creationId xmlns:a16="http://schemas.microsoft.com/office/drawing/2014/main" id="{5BE19A2F-E4EE-C73E-E1A1-4B55D5357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323C78A-4D3F-439C-2478-F123E9328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lIns="91440" tIns="45720" rIns="91440" bIns="45720" rtlCol="0" anchor="ctr"/>
            <a:lstStyle/>
            <a:p>
              <a:endParaRPr lang="en-US" sz="1200" dirty="0">
                <a:solidFill>
                  <a:srgbClr val="404040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3378442-8740-FF61-BBDB-8BA70C5E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7" name="Graphic 3">
              <a:extLst>
                <a:ext uri="{FF2B5EF4-FFF2-40B4-BE49-F238E27FC236}">
                  <a16:creationId xmlns:a16="http://schemas.microsoft.com/office/drawing/2014/main" id="{D7E7E804-2ABF-1AFD-9C2C-8B385B016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BC40FAF-8FAC-3AAA-3A20-CE205C2063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FB2EDDE-D12E-CCD7-2C84-CBEE634E05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078FDB8-AA6B-B047-4EE1-0B06DFF358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ECE3A52-C3EF-61BE-7ACC-DEC85819C9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F17A25D-13DB-69B3-52B2-4C8DA85DD0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6460AC0-150D-44E9-FFDA-99781EFE0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80F672C-5092-0137-0169-52E8BB8FA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63CDB18-655C-4809-3C6E-A43E0F67D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0EC206B-659C-2975-804B-6FFBFA958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9633573-DF59-C51C-0E35-2F8FE3CAC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D29C76C-60D2-655F-C128-B1E81830B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2B5852D-AB96-823F-6622-6AEA6E7F7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691809D-5967-99DD-54E0-6034222FC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FCE210D-6689-3C8D-0669-3157CCAAF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D5937B4-C739-9C94-21B7-4167D9CF5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4" name="Cross">
            <a:extLst>
              <a:ext uri="{FF2B5EF4-FFF2-40B4-BE49-F238E27FC236}">
                <a16:creationId xmlns:a16="http://schemas.microsoft.com/office/drawing/2014/main" id="{F06A8C33-B2DA-A41B-41DA-CD05412A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7D66BF0-6FC1-6735-02D2-3158AFE7B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31B53E6-2CAB-EE61-3EC6-ABF6CAC46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4904E0DC-FB03-90F3-20FA-20A19103B747}"/>
              </a:ext>
            </a:extLst>
          </p:cNvPr>
          <p:cNvSpPr/>
          <p:nvPr/>
        </p:nvSpPr>
        <p:spPr>
          <a:xfrm>
            <a:off x="4301826" y="-1140548"/>
            <a:ext cx="3677520" cy="819343"/>
          </a:xfrm>
          <a:prstGeom prst="roundRect">
            <a:avLst/>
          </a:prstGeom>
          <a:solidFill>
            <a:schemeClr val="tx2"/>
          </a:solidFill>
          <a:effectLst>
            <a:outerShdw blurRad="190500" dist="241300" dir="186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PalletSense</a:t>
            </a:r>
            <a:r>
              <a:rPr lang="en-US" b="1" dirty="0">
                <a:solidFill>
                  <a:schemeClr val="bg1"/>
                </a:solidFill>
              </a:rPr>
              <a:t> Systems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DB261FAC-3A0A-B800-3DC3-F1F558150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675" y="-7057453"/>
            <a:ext cx="12192000" cy="685685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85E551-6BC2-838C-00A3-C5DCF8ED8C5C}"/>
              </a:ext>
            </a:extLst>
          </p:cNvPr>
          <p:cNvSpPr/>
          <p:nvPr/>
        </p:nvSpPr>
        <p:spPr>
          <a:xfrm>
            <a:off x="3960957" y="2421947"/>
            <a:ext cx="4380922" cy="13176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0" b="1" dirty="0">
                <a:latin typeface="Calibri"/>
                <a:ea typeface="Calibri"/>
                <a:cs typeface="Calibri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017EE-685F-51E3-3353-15CD3E1A2859}"/>
              </a:ext>
            </a:extLst>
          </p:cNvPr>
          <p:cNvSpPr txBox="1"/>
          <p:nvPr/>
        </p:nvSpPr>
        <p:spPr>
          <a:xfrm>
            <a:off x="4132117" y="3873500"/>
            <a:ext cx="40409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Calibri"/>
                <a:ea typeface="Calibri"/>
                <a:cs typeface="Calibri"/>
              </a:rPr>
              <a:t>Questions and feedbacks are welcomed!</a:t>
            </a:r>
          </a:p>
        </p:txBody>
      </p:sp>
    </p:spTree>
    <p:extLst>
      <p:ext uri="{BB962C8B-B14F-4D97-AF65-F5344CB8AC3E}">
        <p14:creationId xmlns:p14="http://schemas.microsoft.com/office/powerpoint/2010/main" val="1284171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ExploreVTI</vt:lpstr>
      <vt:lpstr>The PalletSense  Challenge</vt:lpstr>
      <vt:lpstr>The PalletSense 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1132</cp:revision>
  <dcterms:created xsi:type="dcterms:W3CDTF">2025-02-14T15:49:01Z</dcterms:created>
  <dcterms:modified xsi:type="dcterms:W3CDTF">2025-02-15T03:22:17Z</dcterms:modified>
</cp:coreProperties>
</file>